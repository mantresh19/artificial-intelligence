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9" r:id="rId1"/>
  </p:sldMasterIdLst>
  <p:notesMasterIdLst>
    <p:notesMasterId r:id="rId6"/>
  </p:notesMasterIdLst>
  <p:sldIdLst>
    <p:sldId id="258" r:id="rId2"/>
    <p:sldId id="260" r:id="rId3"/>
    <p:sldId id="262" r:id="rId4"/>
    <p:sldId id="257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084BF0-0FAC-C946-8F5E-4524D5DE40F7}" v="20" dt="2025-11-28T15:40:49.6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55"/>
    <p:restoredTop sz="94708"/>
  </p:normalViewPr>
  <p:slideViewPr>
    <p:cSldViewPr snapToGrid="0">
      <p:cViewPr varScale="1">
        <p:scale>
          <a:sx n="151" d="100"/>
          <a:sy n="151" d="100"/>
        </p:scale>
        <p:origin x="1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ladhar Nilesh Patwardhan" userId="85becd7f-5624-4113-bdd6-a6ba0213ee98" providerId="ADAL" clId="{D7D8B2CE-27D9-504A-9D00-F39CA77EC0C4}"/>
    <pc:docChg chg="undo redo custSel addSld delSld modSld sldOrd">
      <pc:chgData name="Liladhar Nilesh Patwardhan" userId="85becd7f-5624-4113-bdd6-a6ba0213ee98" providerId="ADAL" clId="{D7D8B2CE-27D9-504A-9D00-F39CA77EC0C4}" dt="2025-11-28T15:41:28.424" v="769" actId="1076"/>
      <pc:docMkLst>
        <pc:docMk/>
      </pc:docMkLst>
      <pc:sldChg chg="addSp delSp modSp del mod modTransition setBg setClrOvrMap">
        <pc:chgData name="Liladhar Nilesh Patwardhan" userId="85becd7f-5624-4113-bdd6-a6ba0213ee98" providerId="ADAL" clId="{D7D8B2CE-27D9-504A-9D00-F39CA77EC0C4}" dt="2025-11-28T15:41:05.592" v="767" actId="2696"/>
        <pc:sldMkLst>
          <pc:docMk/>
          <pc:sldMk cId="3851877434" sldId="256"/>
        </pc:sldMkLst>
        <pc:spChg chg="add del mod">
          <ac:chgData name="Liladhar Nilesh Patwardhan" userId="85becd7f-5624-4113-bdd6-a6ba0213ee98" providerId="ADAL" clId="{D7D8B2CE-27D9-504A-9D00-F39CA77EC0C4}" dt="2025-11-28T15:40:01.802" v="763"/>
          <ac:spMkLst>
            <pc:docMk/>
            <pc:sldMk cId="3851877434" sldId="256"/>
            <ac:spMk id="4" creationId="{EAE5CD08-19B9-B09A-A91F-847A37DFB94D}"/>
          </ac:spMkLst>
        </pc:spChg>
        <pc:spChg chg="add mod">
          <ac:chgData name="Liladhar Nilesh Patwardhan" userId="85becd7f-5624-4113-bdd6-a6ba0213ee98" providerId="ADAL" clId="{D7D8B2CE-27D9-504A-9D00-F39CA77EC0C4}" dt="2025-11-28T15:40:01.802" v="763"/>
          <ac:spMkLst>
            <pc:docMk/>
            <pc:sldMk cId="3851877434" sldId="256"/>
            <ac:spMk id="5" creationId="{5E873D55-F362-E298-9A4F-2A2969751D79}"/>
          </ac:spMkLst>
        </pc:spChg>
        <pc:spChg chg="del mod">
          <ac:chgData name="Liladhar Nilesh Patwardhan" userId="85becd7f-5624-4113-bdd6-a6ba0213ee98" providerId="ADAL" clId="{D7D8B2CE-27D9-504A-9D00-F39CA77EC0C4}" dt="2025-11-28T15:23:08.240" v="597" actId="478"/>
          <ac:spMkLst>
            <pc:docMk/>
            <pc:sldMk cId="3851877434" sldId="256"/>
            <ac:spMk id="6" creationId="{A950C811-1261-BDA0-94ED-40D8B9777D4D}"/>
          </ac:spMkLst>
        </pc:spChg>
      </pc:sldChg>
      <pc:sldChg chg="delSp modSp mod modTransition delAnim">
        <pc:chgData name="Liladhar Nilesh Patwardhan" userId="85becd7f-5624-4113-bdd6-a6ba0213ee98" providerId="ADAL" clId="{D7D8B2CE-27D9-504A-9D00-F39CA77EC0C4}" dt="2025-11-28T15:41:28.424" v="769" actId="1076"/>
        <pc:sldMkLst>
          <pc:docMk/>
          <pc:sldMk cId="691844074" sldId="257"/>
        </pc:sldMkLst>
        <pc:spChg chg="mod">
          <ac:chgData name="Liladhar Nilesh Patwardhan" userId="85becd7f-5624-4113-bdd6-a6ba0213ee98" providerId="ADAL" clId="{D7D8B2CE-27D9-504A-9D00-F39CA77EC0C4}" dt="2025-11-24T13:40:38.649" v="6" actId="1076"/>
          <ac:spMkLst>
            <pc:docMk/>
            <pc:sldMk cId="691844074" sldId="257"/>
            <ac:spMk id="12" creationId="{D37C7163-98FF-BB50-C27E-CEBCCAA93137}"/>
          </ac:spMkLst>
        </pc:spChg>
        <pc:spChg chg="mod">
          <ac:chgData name="Liladhar Nilesh Patwardhan" userId="85becd7f-5624-4113-bdd6-a6ba0213ee98" providerId="ADAL" clId="{D7D8B2CE-27D9-504A-9D00-F39CA77EC0C4}" dt="2025-11-28T15:41:28.424" v="769" actId="1076"/>
          <ac:spMkLst>
            <pc:docMk/>
            <pc:sldMk cId="691844074" sldId="257"/>
            <ac:spMk id="14" creationId="{2A9B8DEA-237C-7822-1AE0-6396B9277A64}"/>
          </ac:spMkLst>
        </pc:spChg>
        <pc:graphicFrameChg chg="mod">
          <ac:chgData name="Liladhar Nilesh Patwardhan" userId="85becd7f-5624-4113-bdd6-a6ba0213ee98" providerId="ADAL" clId="{D7D8B2CE-27D9-504A-9D00-F39CA77EC0C4}" dt="2025-11-24T13:40:35.293" v="5" actId="1076"/>
          <ac:graphicFrameMkLst>
            <pc:docMk/>
            <pc:sldMk cId="691844074" sldId="257"/>
            <ac:graphicFrameMk id="11" creationId="{15420956-067B-84BA-8FE3-4A86C66DBA37}"/>
          </ac:graphicFrameMkLst>
        </pc:graphicFrameChg>
      </pc:sldChg>
      <pc:sldChg chg="addSp delSp modSp new mod ord setBg modClrScheme chgLayout">
        <pc:chgData name="Liladhar Nilesh Patwardhan" userId="85becd7f-5624-4113-bdd6-a6ba0213ee98" providerId="ADAL" clId="{D7D8B2CE-27D9-504A-9D00-F39CA77EC0C4}" dt="2025-11-24T14:01:06.817" v="591" actId="27636"/>
        <pc:sldMkLst>
          <pc:docMk/>
          <pc:sldMk cId="1079325673" sldId="258"/>
        </pc:sldMkLst>
        <pc:spChg chg="add mod ord">
          <ac:chgData name="Liladhar Nilesh Patwardhan" userId="85becd7f-5624-4113-bdd6-a6ba0213ee98" providerId="ADAL" clId="{D7D8B2CE-27D9-504A-9D00-F39CA77EC0C4}" dt="2025-11-24T13:59:25.554" v="569" actId="26606"/>
          <ac:spMkLst>
            <pc:docMk/>
            <pc:sldMk cId="1079325673" sldId="258"/>
            <ac:spMk id="5" creationId="{ABD4E2CE-5DE8-1F43-D527-F69C0ABAF462}"/>
          </ac:spMkLst>
        </pc:spChg>
        <pc:spChg chg="add mod ord">
          <ac:chgData name="Liladhar Nilesh Patwardhan" userId="85becd7f-5624-4113-bdd6-a6ba0213ee98" providerId="ADAL" clId="{D7D8B2CE-27D9-504A-9D00-F39CA77EC0C4}" dt="2025-11-24T14:01:06.817" v="591" actId="27636"/>
          <ac:spMkLst>
            <pc:docMk/>
            <pc:sldMk cId="1079325673" sldId="258"/>
            <ac:spMk id="6" creationId="{50850A57-A7F8-692D-C15D-4A8D9B3CA993}"/>
          </ac:spMkLst>
        </pc:spChg>
        <pc:spChg chg="add">
          <ac:chgData name="Liladhar Nilesh Patwardhan" userId="85becd7f-5624-4113-bdd6-a6ba0213ee98" providerId="ADAL" clId="{D7D8B2CE-27D9-504A-9D00-F39CA77EC0C4}" dt="2025-11-24T13:59:25.562" v="570" actId="26606"/>
          <ac:spMkLst>
            <pc:docMk/>
            <pc:sldMk cId="1079325673" sldId="258"/>
            <ac:spMk id="65" creationId="{E92FEB64-6EEA-4759-B4A4-BD2C1E660BA8}"/>
          </ac:spMkLst>
        </pc:spChg>
        <pc:spChg chg="add">
          <ac:chgData name="Liladhar Nilesh Patwardhan" userId="85becd7f-5624-4113-bdd6-a6ba0213ee98" providerId="ADAL" clId="{D7D8B2CE-27D9-504A-9D00-F39CA77EC0C4}" dt="2025-11-24T13:59:25.562" v="570" actId="26606"/>
          <ac:spMkLst>
            <pc:docMk/>
            <pc:sldMk cId="1079325673" sldId="258"/>
            <ac:spMk id="66" creationId="{B10BB131-AC8E-4A8E-A5D1-36260F720C3B}"/>
          </ac:spMkLst>
        </pc:spChg>
        <pc:spChg chg="add">
          <ac:chgData name="Liladhar Nilesh Patwardhan" userId="85becd7f-5624-4113-bdd6-a6ba0213ee98" providerId="ADAL" clId="{D7D8B2CE-27D9-504A-9D00-F39CA77EC0C4}" dt="2025-11-24T13:59:25.562" v="570" actId="26606"/>
          <ac:spMkLst>
            <pc:docMk/>
            <pc:sldMk cId="1079325673" sldId="258"/>
            <ac:spMk id="67" creationId="{14847E93-7DC1-4D4B-8829-B19AA7137C50}"/>
          </ac:spMkLst>
        </pc:spChg>
        <pc:spChg chg="add">
          <ac:chgData name="Liladhar Nilesh Patwardhan" userId="85becd7f-5624-4113-bdd6-a6ba0213ee98" providerId="ADAL" clId="{D7D8B2CE-27D9-504A-9D00-F39CA77EC0C4}" dt="2025-11-24T13:59:25.562" v="570" actId="26606"/>
          <ac:spMkLst>
            <pc:docMk/>
            <pc:sldMk cId="1079325673" sldId="258"/>
            <ac:spMk id="71" creationId="{2D2964BB-484D-45AE-AD66-D407D0629652}"/>
          </ac:spMkLst>
        </pc:spChg>
        <pc:spChg chg="add">
          <ac:chgData name="Liladhar Nilesh Patwardhan" userId="85becd7f-5624-4113-bdd6-a6ba0213ee98" providerId="ADAL" clId="{D7D8B2CE-27D9-504A-9D00-F39CA77EC0C4}" dt="2025-11-24T13:59:25.562" v="570" actId="26606"/>
          <ac:spMkLst>
            <pc:docMk/>
            <pc:sldMk cId="1079325673" sldId="258"/>
            <ac:spMk id="72" creationId="{6691AC69-A76E-4DAB-B565-468B6B87ACF3}"/>
          </ac:spMkLst>
        </pc:spChg>
      </pc:sldChg>
      <pc:sldChg chg="addSp delSp modSp new del mod ord">
        <pc:chgData name="Liladhar Nilesh Patwardhan" userId="85becd7f-5624-4113-bdd6-a6ba0213ee98" providerId="ADAL" clId="{D7D8B2CE-27D9-504A-9D00-F39CA77EC0C4}" dt="2025-11-28T15:30:30.070" v="757" actId="2696"/>
        <pc:sldMkLst>
          <pc:docMk/>
          <pc:sldMk cId="1802786186" sldId="259"/>
        </pc:sldMkLst>
        <pc:spChg chg="mod">
          <ac:chgData name="Liladhar Nilesh Patwardhan" userId="85becd7f-5624-4113-bdd6-a6ba0213ee98" providerId="ADAL" clId="{D7D8B2CE-27D9-504A-9D00-F39CA77EC0C4}" dt="2025-11-28T15:26:19.608" v="677"/>
          <ac:spMkLst>
            <pc:docMk/>
            <pc:sldMk cId="1802786186" sldId="259"/>
            <ac:spMk id="2" creationId="{1892A128-E70E-B0B8-25E7-933C1AD426BB}"/>
          </ac:spMkLst>
        </pc:spChg>
        <pc:spChg chg="del">
          <ac:chgData name="Liladhar Nilesh Patwardhan" userId="85becd7f-5624-4113-bdd6-a6ba0213ee98" providerId="ADAL" clId="{D7D8B2CE-27D9-504A-9D00-F39CA77EC0C4}" dt="2025-11-28T15:26:28.156" v="678"/>
          <ac:spMkLst>
            <pc:docMk/>
            <pc:sldMk cId="1802786186" sldId="259"/>
            <ac:spMk id="3" creationId="{172CE06B-70D3-AD3E-292F-C1150C58230E}"/>
          </ac:spMkLst>
        </pc:spChg>
        <pc:spChg chg="mod">
          <ac:chgData name="Liladhar Nilesh Patwardhan" userId="85becd7f-5624-4113-bdd6-a6ba0213ee98" providerId="ADAL" clId="{D7D8B2CE-27D9-504A-9D00-F39CA77EC0C4}" dt="2025-11-28T15:30:19.225" v="756" actId="403"/>
          <ac:spMkLst>
            <pc:docMk/>
            <pc:sldMk cId="1802786186" sldId="259"/>
            <ac:spMk id="4" creationId="{800B2ADD-7976-912E-CDC7-D0DD685B502B}"/>
          </ac:spMkLst>
        </pc:spChg>
        <pc:spChg chg="add mod">
          <ac:chgData name="Liladhar Nilesh Patwardhan" userId="85becd7f-5624-4113-bdd6-a6ba0213ee98" providerId="ADAL" clId="{D7D8B2CE-27D9-504A-9D00-F39CA77EC0C4}" dt="2025-11-28T15:30:18.892" v="752" actId="404"/>
          <ac:spMkLst>
            <pc:docMk/>
            <pc:sldMk cId="1802786186" sldId="259"/>
            <ac:spMk id="5" creationId="{A68DA5BE-D9A8-754C-54EC-93A4A168ADC3}"/>
          </ac:spMkLst>
        </pc:spChg>
        <pc:spChg chg="add mod">
          <ac:chgData name="Liladhar Nilesh Patwardhan" userId="85becd7f-5624-4113-bdd6-a6ba0213ee98" providerId="ADAL" clId="{D7D8B2CE-27D9-504A-9D00-F39CA77EC0C4}" dt="2025-11-28T15:30:18.481" v="747"/>
          <ac:spMkLst>
            <pc:docMk/>
            <pc:sldMk cId="1802786186" sldId="259"/>
            <ac:spMk id="6" creationId="{BC569CFA-0FB1-7588-85B2-C019CE1F60B6}"/>
          </ac:spMkLst>
        </pc:spChg>
        <pc:spChg chg="add mod">
          <ac:chgData name="Liladhar Nilesh Patwardhan" userId="85becd7f-5624-4113-bdd6-a6ba0213ee98" providerId="ADAL" clId="{D7D8B2CE-27D9-504A-9D00-F39CA77EC0C4}" dt="2025-11-28T15:29:21.324" v="729" actId="767"/>
          <ac:spMkLst>
            <pc:docMk/>
            <pc:sldMk cId="1802786186" sldId="259"/>
            <ac:spMk id="7" creationId="{09AACDCB-F441-7EC1-F934-BAF62E3EDA9E}"/>
          </ac:spMkLst>
        </pc:spChg>
      </pc:sldChg>
      <pc:sldChg chg="new del">
        <pc:chgData name="Liladhar Nilesh Patwardhan" userId="85becd7f-5624-4113-bdd6-a6ba0213ee98" providerId="ADAL" clId="{D7D8B2CE-27D9-504A-9D00-F39CA77EC0C4}" dt="2025-11-28T15:30:39.148" v="761" actId="2696"/>
        <pc:sldMkLst>
          <pc:docMk/>
          <pc:sldMk cId="3695393581" sldId="259"/>
        </pc:sldMkLst>
      </pc:sldChg>
      <pc:sldChg chg="add ord">
        <pc:chgData name="Liladhar Nilesh Patwardhan" userId="85becd7f-5624-4113-bdd6-a6ba0213ee98" providerId="ADAL" clId="{D7D8B2CE-27D9-504A-9D00-F39CA77EC0C4}" dt="2025-11-28T15:30:35.768" v="760" actId="20578"/>
        <pc:sldMkLst>
          <pc:docMk/>
          <pc:sldMk cId="225080977" sldId="260"/>
        </pc:sldMkLst>
      </pc:sldChg>
      <pc:sldChg chg="new del">
        <pc:chgData name="Liladhar Nilesh Patwardhan" userId="85becd7f-5624-4113-bdd6-a6ba0213ee98" providerId="ADAL" clId="{D7D8B2CE-27D9-504A-9D00-F39CA77EC0C4}" dt="2025-11-28T15:41:08.268" v="768" actId="2696"/>
        <pc:sldMkLst>
          <pc:docMk/>
          <pc:sldMk cId="3182858217" sldId="261"/>
        </pc:sldMkLst>
      </pc:sldChg>
      <pc:sldChg chg="add ord setBg">
        <pc:chgData name="Liladhar Nilesh Patwardhan" userId="85becd7f-5624-4113-bdd6-a6ba0213ee98" providerId="ADAL" clId="{D7D8B2CE-27D9-504A-9D00-F39CA77EC0C4}" dt="2025-11-28T15:40:53.053" v="766" actId="20578"/>
        <pc:sldMkLst>
          <pc:docMk/>
          <pc:sldMk cId="3403697946" sldId="26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0728ED-8F81-4FC6-9559-4A0062180D1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6493DFF-3C8A-4CB5-B647-9530C28AADDE}">
      <dgm:prSet/>
      <dgm:spPr/>
      <dgm:t>
        <a:bodyPr/>
        <a:lstStyle/>
        <a:p>
          <a:r>
            <a:rPr lang="en-GB" b="1"/>
            <a:t>How It Works:</a:t>
          </a:r>
          <a:endParaRPr lang="en-US"/>
        </a:p>
      </dgm:t>
    </dgm:pt>
    <dgm:pt modelId="{7EAA4D9F-F20C-4B83-B0D5-8B7F0ED94F96}" type="parTrans" cxnId="{3A727A42-0BD4-46B6-AEC3-F9EC42D9F698}">
      <dgm:prSet/>
      <dgm:spPr/>
      <dgm:t>
        <a:bodyPr/>
        <a:lstStyle/>
        <a:p>
          <a:endParaRPr lang="en-US"/>
        </a:p>
      </dgm:t>
    </dgm:pt>
    <dgm:pt modelId="{4D5FC218-CB93-476D-8FEA-B1558BDE45F7}" type="sibTrans" cxnId="{3A727A42-0BD4-46B6-AEC3-F9EC42D9F698}">
      <dgm:prSet/>
      <dgm:spPr/>
      <dgm:t>
        <a:bodyPr/>
        <a:lstStyle/>
        <a:p>
          <a:endParaRPr lang="en-US"/>
        </a:p>
      </dgm:t>
    </dgm:pt>
    <dgm:pt modelId="{85738E10-568A-48F7-B815-BDA31C6F3B70}">
      <dgm:prSet/>
      <dgm:spPr/>
      <dgm:t>
        <a:bodyPr/>
        <a:lstStyle/>
        <a:p>
          <a:r>
            <a:rPr lang="en-GB"/>
            <a:t>18 FAQ entries with keyword patterns</a:t>
          </a:r>
          <a:endParaRPr lang="en-US"/>
        </a:p>
      </dgm:t>
    </dgm:pt>
    <dgm:pt modelId="{58169319-AD98-4F84-A602-5413DC8C5187}" type="parTrans" cxnId="{C223BC3B-FC97-4689-8E86-EE82FAA51163}">
      <dgm:prSet/>
      <dgm:spPr/>
      <dgm:t>
        <a:bodyPr/>
        <a:lstStyle/>
        <a:p>
          <a:endParaRPr lang="en-US"/>
        </a:p>
      </dgm:t>
    </dgm:pt>
    <dgm:pt modelId="{6D68918B-60B7-4643-9866-64285B86FF7F}" type="sibTrans" cxnId="{C223BC3B-FC97-4689-8E86-EE82FAA51163}">
      <dgm:prSet/>
      <dgm:spPr/>
      <dgm:t>
        <a:bodyPr/>
        <a:lstStyle/>
        <a:p>
          <a:endParaRPr lang="en-US"/>
        </a:p>
      </dgm:t>
    </dgm:pt>
    <dgm:pt modelId="{F2A22264-AE46-40DF-978C-904AC6CDC241}">
      <dgm:prSet/>
      <dgm:spPr/>
      <dgm:t>
        <a:bodyPr/>
        <a:lstStyle/>
        <a:p>
          <a:r>
            <a:rPr lang="en-GB"/>
            <a:t>Each entry has multiple trigger keywords</a:t>
          </a:r>
          <a:endParaRPr lang="en-US"/>
        </a:p>
      </dgm:t>
    </dgm:pt>
    <dgm:pt modelId="{94673A82-3BDB-4934-9E68-9B29AE95D984}" type="parTrans" cxnId="{4906570B-B369-4464-856A-23717ABADED2}">
      <dgm:prSet/>
      <dgm:spPr/>
      <dgm:t>
        <a:bodyPr/>
        <a:lstStyle/>
        <a:p>
          <a:endParaRPr lang="en-US"/>
        </a:p>
      </dgm:t>
    </dgm:pt>
    <dgm:pt modelId="{22627FAD-3F0F-46EE-9AF3-00D672923FC9}" type="sibTrans" cxnId="{4906570B-B369-4464-856A-23717ABADED2}">
      <dgm:prSet/>
      <dgm:spPr/>
      <dgm:t>
        <a:bodyPr/>
        <a:lstStyle/>
        <a:p>
          <a:endParaRPr lang="en-US"/>
        </a:p>
      </dgm:t>
    </dgm:pt>
    <dgm:pt modelId="{A4C2D44D-662B-4496-B2B6-DAFD5974A868}">
      <dgm:prSet/>
      <dgm:spPr/>
      <dgm:t>
        <a:bodyPr/>
        <a:lstStyle/>
        <a:p>
          <a:r>
            <a:rPr lang="en-GB"/>
            <a:t>Scoring algorithm calculates match confidence</a:t>
          </a:r>
          <a:endParaRPr lang="en-US"/>
        </a:p>
      </dgm:t>
    </dgm:pt>
    <dgm:pt modelId="{65958998-CAE2-438F-8D54-84D7113B443B}" type="parTrans" cxnId="{0EF83435-9836-434D-B472-4718328AAFFD}">
      <dgm:prSet/>
      <dgm:spPr/>
      <dgm:t>
        <a:bodyPr/>
        <a:lstStyle/>
        <a:p>
          <a:endParaRPr lang="en-US"/>
        </a:p>
      </dgm:t>
    </dgm:pt>
    <dgm:pt modelId="{F7F927E3-3FC5-4DD7-BAED-4E5804FB90C5}" type="sibTrans" cxnId="{0EF83435-9836-434D-B472-4718328AAFFD}">
      <dgm:prSet/>
      <dgm:spPr/>
      <dgm:t>
        <a:bodyPr/>
        <a:lstStyle/>
        <a:p>
          <a:endParaRPr lang="en-US"/>
        </a:p>
      </dgm:t>
    </dgm:pt>
    <dgm:pt modelId="{51F40D42-DD50-46F7-9D23-00924548BA2A}">
      <dgm:prSet/>
      <dgm:spPr/>
      <dgm:t>
        <a:bodyPr/>
        <a:lstStyle/>
        <a:p>
          <a:r>
            <a:rPr lang="en-GB"/>
            <a:t>Returns best match above threshold</a:t>
          </a:r>
          <a:endParaRPr lang="en-US"/>
        </a:p>
      </dgm:t>
    </dgm:pt>
    <dgm:pt modelId="{58080255-AA19-495F-8554-751BDE9AF178}" type="parTrans" cxnId="{4BF928B7-B5E0-4D14-8537-324D058EFFBA}">
      <dgm:prSet/>
      <dgm:spPr/>
      <dgm:t>
        <a:bodyPr/>
        <a:lstStyle/>
        <a:p>
          <a:endParaRPr lang="en-US"/>
        </a:p>
      </dgm:t>
    </dgm:pt>
    <dgm:pt modelId="{14601FEC-A658-443C-84E9-80F7D865767D}" type="sibTrans" cxnId="{4BF928B7-B5E0-4D14-8537-324D058EFFBA}">
      <dgm:prSet/>
      <dgm:spPr/>
      <dgm:t>
        <a:bodyPr/>
        <a:lstStyle/>
        <a:p>
          <a:endParaRPr lang="en-US"/>
        </a:p>
      </dgm:t>
    </dgm:pt>
    <dgm:pt modelId="{10EBA9C3-1B44-4CC7-A09B-874B45412C51}">
      <dgm:prSet/>
      <dgm:spPr/>
      <dgm:t>
        <a:bodyPr/>
        <a:lstStyle/>
        <a:p>
          <a:r>
            <a:rPr lang="en-GB" b="1"/>
            <a:t>Key Parameters:</a:t>
          </a:r>
          <a:endParaRPr lang="en-US"/>
        </a:p>
      </dgm:t>
    </dgm:pt>
    <dgm:pt modelId="{C3FA7E9C-3E40-44C0-9239-8396D7D9B1A9}" type="parTrans" cxnId="{1FE49724-48A8-4938-B5B9-5122F1D77356}">
      <dgm:prSet/>
      <dgm:spPr/>
      <dgm:t>
        <a:bodyPr/>
        <a:lstStyle/>
        <a:p>
          <a:endParaRPr lang="en-US"/>
        </a:p>
      </dgm:t>
    </dgm:pt>
    <dgm:pt modelId="{79F1B504-42D6-446B-9583-EED06F7EF469}" type="sibTrans" cxnId="{1FE49724-48A8-4938-B5B9-5122F1D77356}">
      <dgm:prSet/>
      <dgm:spPr/>
      <dgm:t>
        <a:bodyPr/>
        <a:lstStyle/>
        <a:p>
          <a:endParaRPr lang="en-US"/>
        </a:p>
      </dgm:t>
    </dgm:pt>
    <dgm:pt modelId="{FB15C79F-E9CD-4070-945C-1BB8655A23BF}">
      <dgm:prSet/>
      <dgm:spPr/>
      <dgm:t>
        <a:bodyPr/>
        <a:lstStyle/>
        <a:p>
          <a:r>
            <a:rPr lang="en-GB"/>
            <a:t>CONFIDENCE_THRESHOLD: 0.3</a:t>
          </a:r>
          <a:endParaRPr lang="en-US"/>
        </a:p>
      </dgm:t>
    </dgm:pt>
    <dgm:pt modelId="{F3ACEAAE-EB98-4032-A6DB-22FDCE2CB3A7}" type="parTrans" cxnId="{F2626BE1-4C81-4C28-AD9F-68A6F773B4C1}">
      <dgm:prSet/>
      <dgm:spPr/>
      <dgm:t>
        <a:bodyPr/>
        <a:lstStyle/>
        <a:p>
          <a:endParaRPr lang="en-US"/>
        </a:p>
      </dgm:t>
    </dgm:pt>
    <dgm:pt modelId="{D0EC8C9D-74EF-4FA8-9857-5C27AAD8986D}" type="sibTrans" cxnId="{F2626BE1-4C81-4C28-AD9F-68A6F773B4C1}">
      <dgm:prSet/>
      <dgm:spPr/>
      <dgm:t>
        <a:bodyPr/>
        <a:lstStyle/>
        <a:p>
          <a:endParaRPr lang="en-US"/>
        </a:p>
      </dgm:t>
    </dgm:pt>
    <dgm:pt modelId="{09342D72-F053-4193-9398-F988EBBA5BA9}">
      <dgm:prSet/>
      <dgm:spPr/>
      <dgm:t>
        <a:bodyPr/>
        <a:lstStyle/>
        <a:p>
          <a:r>
            <a:rPr lang="en-GB"/>
            <a:t>EXACT_MATCH_BONUS: 0.5</a:t>
          </a:r>
          <a:endParaRPr lang="en-US"/>
        </a:p>
      </dgm:t>
    </dgm:pt>
    <dgm:pt modelId="{113E095C-49AA-432F-952D-94AC66359C6B}" type="parTrans" cxnId="{E35FF6A3-AA39-40BD-8E35-CB8BDA52EDDE}">
      <dgm:prSet/>
      <dgm:spPr/>
      <dgm:t>
        <a:bodyPr/>
        <a:lstStyle/>
        <a:p>
          <a:endParaRPr lang="en-US"/>
        </a:p>
      </dgm:t>
    </dgm:pt>
    <dgm:pt modelId="{D8192B99-03A7-40BF-ADE1-267B03D3112A}" type="sibTrans" cxnId="{E35FF6A3-AA39-40BD-8E35-CB8BDA52EDDE}">
      <dgm:prSet/>
      <dgm:spPr/>
      <dgm:t>
        <a:bodyPr/>
        <a:lstStyle/>
        <a:p>
          <a:endParaRPr lang="en-US"/>
        </a:p>
      </dgm:t>
    </dgm:pt>
    <dgm:pt modelId="{C0F68DE1-B839-4658-BED2-72708C5FC50B}">
      <dgm:prSet/>
      <dgm:spPr/>
      <dgm:t>
        <a:bodyPr/>
        <a:lstStyle/>
        <a:p>
          <a:r>
            <a:rPr lang="en-GB"/>
            <a:t>ALLOW_PARTIAL_MATCHING: True</a:t>
          </a:r>
          <a:endParaRPr lang="en-US"/>
        </a:p>
      </dgm:t>
    </dgm:pt>
    <dgm:pt modelId="{D7A7C92C-D763-4EDD-8F76-7AF211AF9F0E}" type="parTrans" cxnId="{7DA2C106-69CE-47C2-9A92-276ECDAB57B0}">
      <dgm:prSet/>
      <dgm:spPr/>
      <dgm:t>
        <a:bodyPr/>
        <a:lstStyle/>
        <a:p>
          <a:endParaRPr lang="en-US"/>
        </a:p>
      </dgm:t>
    </dgm:pt>
    <dgm:pt modelId="{6DCFB7A1-99A8-407A-934F-09E832F74A6E}" type="sibTrans" cxnId="{7DA2C106-69CE-47C2-9A92-276ECDAB57B0}">
      <dgm:prSet/>
      <dgm:spPr/>
      <dgm:t>
        <a:bodyPr/>
        <a:lstStyle/>
        <a:p>
          <a:endParaRPr lang="en-US"/>
        </a:p>
      </dgm:t>
    </dgm:pt>
    <dgm:pt modelId="{FB774F1E-D310-43B0-B598-A9058597DC65}">
      <dgm:prSet/>
      <dgm:spPr/>
      <dgm:t>
        <a:bodyPr/>
        <a:lstStyle/>
        <a:p>
          <a:r>
            <a:rPr lang="en-GB"/>
            <a:t>MIN_WORD_LENGTH: 3</a:t>
          </a:r>
          <a:endParaRPr lang="en-US"/>
        </a:p>
      </dgm:t>
    </dgm:pt>
    <dgm:pt modelId="{0ECA6203-27C9-432B-99DE-4AC02E5A0D85}" type="parTrans" cxnId="{4A048A63-3440-4FCA-BF15-99AE2C8DFA2B}">
      <dgm:prSet/>
      <dgm:spPr/>
      <dgm:t>
        <a:bodyPr/>
        <a:lstStyle/>
        <a:p>
          <a:endParaRPr lang="en-US"/>
        </a:p>
      </dgm:t>
    </dgm:pt>
    <dgm:pt modelId="{2D3A87F1-D166-4E42-BF11-5E437279D9FF}" type="sibTrans" cxnId="{4A048A63-3440-4FCA-BF15-99AE2C8DFA2B}">
      <dgm:prSet/>
      <dgm:spPr/>
      <dgm:t>
        <a:bodyPr/>
        <a:lstStyle/>
        <a:p>
          <a:endParaRPr lang="en-US"/>
        </a:p>
      </dgm:t>
    </dgm:pt>
    <dgm:pt modelId="{5C04485B-7A17-CD45-A503-B73F5D416BE0}" type="pres">
      <dgm:prSet presAssocID="{D60728ED-8F81-4FC6-9559-4A0062180D13}" presName="linear" presStyleCnt="0">
        <dgm:presLayoutVars>
          <dgm:animLvl val="lvl"/>
          <dgm:resizeHandles val="exact"/>
        </dgm:presLayoutVars>
      </dgm:prSet>
      <dgm:spPr/>
    </dgm:pt>
    <dgm:pt modelId="{BE79B0C2-FE0F-944B-91DE-24673E49F4FF}" type="pres">
      <dgm:prSet presAssocID="{D6493DFF-3C8A-4CB5-B647-9530C28AADDE}" presName="parentText" presStyleLbl="node1" presStyleIdx="0" presStyleCnt="2" custLinFactNeighborY="715">
        <dgm:presLayoutVars>
          <dgm:chMax val="0"/>
          <dgm:bulletEnabled val="1"/>
        </dgm:presLayoutVars>
      </dgm:prSet>
      <dgm:spPr/>
    </dgm:pt>
    <dgm:pt modelId="{7C0A3C36-0561-5546-8138-EC1E82BEE15E}" type="pres">
      <dgm:prSet presAssocID="{D6493DFF-3C8A-4CB5-B647-9530C28AADDE}" presName="childText" presStyleLbl="revTx" presStyleIdx="0" presStyleCnt="2">
        <dgm:presLayoutVars>
          <dgm:bulletEnabled val="1"/>
        </dgm:presLayoutVars>
      </dgm:prSet>
      <dgm:spPr/>
    </dgm:pt>
    <dgm:pt modelId="{4E8628CE-42DA-FB4A-82C5-4C9ECCEC431F}" type="pres">
      <dgm:prSet presAssocID="{10EBA9C3-1B44-4CC7-A09B-874B45412C5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E08FF3B-AF01-FD4D-964B-C9ED0ECFBBBD}" type="pres">
      <dgm:prSet presAssocID="{10EBA9C3-1B44-4CC7-A09B-874B45412C5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DA2C106-69CE-47C2-9A92-276ECDAB57B0}" srcId="{10EBA9C3-1B44-4CC7-A09B-874B45412C51}" destId="{C0F68DE1-B839-4658-BED2-72708C5FC50B}" srcOrd="2" destOrd="0" parTransId="{D7A7C92C-D763-4EDD-8F76-7AF211AF9F0E}" sibTransId="{6DCFB7A1-99A8-407A-934F-09E832F74A6E}"/>
    <dgm:cxn modelId="{4906570B-B369-4464-856A-23717ABADED2}" srcId="{D6493DFF-3C8A-4CB5-B647-9530C28AADDE}" destId="{F2A22264-AE46-40DF-978C-904AC6CDC241}" srcOrd="1" destOrd="0" parTransId="{94673A82-3BDB-4934-9E68-9B29AE95D984}" sibTransId="{22627FAD-3F0F-46EE-9AF3-00D672923FC9}"/>
    <dgm:cxn modelId="{AFC36A16-9E8A-9B48-86CA-9BF54841F835}" type="presOf" srcId="{10EBA9C3-1B44-4CC7-A09B-874B45412C51}" destId="{4E8628CE-42DA-FB4A-82C5-4C9ECCEC431F}" srcOrd="0" destOrd="0" presId="urn:microsoft.com/office/officeart/2005/8/layout/vList2"/>
    <dgm:cxn modelId="{1FE49724-48A8-4938-B5B9-5122F1D77356}" srcId="{D60728ED-8F81-4FC6-9559-4A0062180D13}" destId="{10EBA9C3-1B44-4CC7-A09B-874B45412C51}" srcOrd="1" destOrd="0" parTransId="{C3FA7E9C-3E40-44C0-9239-8396D7D9B1A9}" sibTransId="{79F1B504-42D6-446B-9583-EED06F7EF469}"/>
    <dgm:cxn modelId="{7549102D-40F5-4A46-94C9-B454C7238A75}" type="presOf" srcId="{FB774F1E-D310-43B0-B598-A9058597DC65}" destId="{EE08FF3B-AF01-FD4D-964B-C9ED0ECFBBBD}" srcOrd="0" destOrd="3" presId="urn:microsoft.com/office/officeart/2005/8/layout/vList2"/>
    <dgm:cxn modelId="{0EF83435-9836-434D-B472-4718328AAFFD}" srcId="{D6493DFF-3C8A-4CB5-B647-9530C28AADDE}" destId="{A4C2D44D-662B-4496-B2B6-DAFD5974A868}" srcOrd="2" destOrd="0" parTransId="{65958998-CAE2-438F-8D54-84D7113B443B}" sibTransId="{F7F927E3-3FC5-4DD7-BAED-4E5804FB90C5}"/>
    <dgm:cxn modelId="{C223BC3B-FC97-4689-8E86-EE82FAA51163}" srcId="{D6493DFF-3C8A-4CB5-B647-9530C28AADDE}" destId="{85738E10-568A-48F7-B815-BDA31C6F3B70}" srcOrd="0" destOrd="0" parTransId="{58169319-AD98-4F84-A602-5413DC8C5187}" sibTransId="{6D68918B-60B7-4643-9866-64285B86FF7F}"/>
    <dgm:cxn modelId="{38E7DB3D-A288-DE40-A721-87661798AE34}" type="presOf" srcId="{C0F68DE1-B839-4658-BED2-72708C5FC50B}" destId="{EE08FF3B-AF01-FD4D-964B-C9ED0ECFBBBD}" srcOrd="0" destOrd="2" presId="urn:microsoft.com/office/officeart/2005/8/layout/vList2"/>
    <dgm:cxn modelId="{3A727A42-0BD4-46B6-AEC3-F9EC42D9F698}" srcId="{D60728ED-8F81-4FC6-9559-4A0062180D13}" destId="{D6493DFF-3C8A-4CB5-B647-9530C28AADDE}" srcOrd="0" destOrd="0" parTransId="{7EAA4D9F-F20C-4B83-B0D5-8B7F0ED94F96}" sibTransId="{4D5FC218-CB93-476D-8FEA-B1558BDE45F7}"/>
    <dgm:cxn modelId="{EFE44652-82C3-F34A-B11B-9823F24B5676}" type="presOf" srcId="{51F40D42-DD50-46F7-9D23-00924548BA2A}" destId="{7C0A3C36-0561-5546-8138-EC1E82BEE15E}" srcOrd="0" destOrd="3" presId="urn:microsoft.com/office/officeart/2005/8/layout/vList2"/>
    <dgm:cxn modelId="{4A048A63-3440-4FCA-BF15-99AE2C8DFA2B}" srcId="{10EBA9C3-1B44-4CC7-A09B-874B45412C51}" destId="{FB774F1E-D310-43B0-B598-A9058597DC65}" srcOrd="3" destOrd="0" parTransId="{0ECA6203-27C9-432B-99DE-4AC02E5A0D85}" sibTransId="{2D3A87F1-D166-4E42-BF11-5E437279D9FF}"/>
    <dgm:cxn modelId="{890FFF74-9F5B-B34D-9EDC-F10FE5DEB048}" type="presOf" srcId="{FB15C79F-E9CD-4070-945C-1BB8655A23BF}" destId="{EE08FF3B-AF01-FD4D-964B-C9ED0ECFBBBD}" srcOrd="0" destOrd="0" presId="urn:microsoft.com/office/officeart/2005/8/layout/vList2"/>
    <dgm:cxn modelId="{C0AD9284-8633-CF48-82D9-A66F8E8B6875}" type="presOf" srcId="{85738E10-568A-48F7-B815-BDA31C6F3B70}" destId="{7C0A3C36-0561-5546-8138-EC1E82BEE15E}" srcOrd="0" destOrd="0" presId="urn:microsoft.com/office/officeart/2005/8/layout/vList2"/>
    <dgm:cxn modelId="{57D9CC8F-69E2-3C40-B722-FFC1B0DA42E1}" type="presOf" srcId="{A4C2D44D-662B-4496-B2B6-DAFD5974A868}" destId="{7C0A3C36-0561-5546-8138-EC1E82BEE15E}" srcOrd="0" destOrd="2" presId="urn:microsoft.com/office/officeart/2005/8/layout/vList2"/>
    <dgm:cxn modelId="{4F010592-024F-E041-8F9E-6246FB429934}" type="presOf" srcId="{F2A22264-AE46-40DF-978C-904AC6CDC241}" destId="{7C0A3C36-0561-5546-8138-EC1E82BEE15E}" srcOrd="0" destOrd="1" presId="urn:microsoft.com/office/officeart/2005/8/layout/vList2"/>
    <dgm:cxn modelId="{5ED0CF9F-463E-5542-B6D5-1925832C92B9}" type="presOf" srcId="{D6493DFF-3C8A-4CB5-B647-9530C28AADDE}" destId="{BE79B0C2-FE0F-944B-91DE-24673E49F4FF}" srcOrd="0" destOrd="0" presId="urn:microsoft.com/office/officeart/2005/8/layout/vList2"/>
    <dgm:cxn modelId="{E35FF6A3-AA39-40BD-8E35-CB8BDA52EDDE}" srcId="{10EBA9C3-1B44-4CC7-A09B-874B45412C51}" destId="{09342D72-F053-4193-9398-F988EBBA5BA9}" srcOrd="1" destOrd="0" parTransId="{113E095C-49AA-432F-952D-94AC66359C6B}" sibTransId="{D8192B99-03A7-40BF-ADE1-267B03D3112A}"/>
    <dgm:cxn modelId="{4BF928B7-B5E0-4D14-8537-324D058EFFBA}" srcId="{D6493DFF-3C8A-4CB5-B647-9530C28AADDE}" destId="{51F40D42-DD50-46F7-9D23-00924548BA2A}" srcOrd="3" destOrd="0" parTransId="{58080255-AA19-495F-8554-751BDE9AF178}" sibTransId="{14601FEC-A658-443C-84E9-80F7D865767D}"/>
    <dgm:cxn modelId="{B8C5C6D0-E41B-5249-99C9-1756D98BAB87}" type="presOf" srcId="{09342D72-F053-4193-9398-F988EBBA5BA9}" destId="{EE08FF3B-AF01-FD4D-964B-C9ED0ECFBBBD}" srcOrd="0" destOrd="1" presId="urn:microsoft.com/office/officeart/2005/8/layout/vList2"/>
    <dgm:cxn modelId="{F2626BE1-4C81-4C28-AD9F-68A6F773B4C1}" srcId="{10EBA9C3-1B44-4CC7-A09B-874B45412C51}" destId="{FB15C79F-E9CD-4070-945C-1BB8655A23BF}" srcOrd="0" destOrd="0" parTransId="{F3ACEAAE-EB98-4032-A6DB-22FDCE2CB3A7}" sibTransId="{D0EC8C9D-74EF-4FA8-9857-5C27AAD8986D}"/>
    <dgm:cxn modelId="{733F4DF8-359B-7B4D-A769-05026ECB9804}" type="presOf" srcId="{D60728ED-8F81-4FC6-9559-4A0062180D13}" destId="{5C04485B-7A17-CD45-A503-B73F5D416BE0}" srcOrd="0" destOrd="0" presId="urn:microsoft.com/office/officeart/2005/8/layout/vList2"/>
    <dgm:cxn modelId="{05E7917D-0F2F-D949-BA50-A15E5CC61220}" type="presParOf" srcId="{5C04485B-7A17-CD45-A503-B73F5D416BE0}" destId="{BE79B0C2-FE0F-944B-91DE-24673E49F4FF}" srcOrd="0" destOrd="0" presId="urn:microsoft.com/office/officeart/2005/8/layout/vList2"/>
    <dgm:cxn modelId="{0C089E01-4C68-2A45-A87B-AFAB53D0133B}" type="presParOf" srcId="{5C04485B-7A17-CD45-A503-B73F5D416BE0}" destId="{7C0A3C36-0561-5546-8138-EC1E82BEE15E}" srcOrd="1" destOrd="0" presId="urn:microsoft.com/office/officeart/2005/8/layout/vList2"/>
    <dgm:cxn modelId="{54B292A4-F76A-8145-81D2-125E887E504E}" type="presParOf" srcId="{5C04485B-7A17-CD45-A503-B73F5D416BE0}" destId="{4E8628CE-42DA-FB4A-82C5-4C9ECCEC431F}" srcOrd="2" destOrd="0" presId="urn:microsoft.com/office/officeart/2005/8/layout/vList2"/>
    <dgm:cxn modelId="{C9DBF2EC-BE4F-7C45-8599-7046D2449E72}" type="presParOf" srcId="{5C04485B-7A17-CD45-A503-B73F5D416BE0}" destId="{EE08FF3B-AF01-FD4D-964B-C9ED0ECFBBB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F7263A-AB6B-4FAD-B866-501FCD115E7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0CA3CAA-5C55-41C8-B201-2D43A949FBE0}">
      <dgm:prSet/>
      <dgm:spPr/>
      <dgm:t>
        <a:bodyPr/>
        <a:lstStyle/>
        <a:p>
          <a:r>
            <a:rPr lang="en-US" dirty="0"/>
            <a:t>Advantages:</a:t>
          </a:r>
        </a:p>
      </dgm:t>
    </dgm:pt>
    <dgm:pt modelId="{5E624388-37B3-4490-B229-7C69405200B0}" type="parTrans" cxnId="{62892377-0874-40FE-A1FF-64FED53019AC}">
      <dgm:prSet/>
      <dgm:spPr/>
      <dgm:t>
        <a:bodyPr/>
        <a:lstStyle/>
        <a:p>
          <a:endParaRPr lang="en-US"/>
        </a:p>
      </dgm:t>
    </dgm:pt>
    <dgm:pt modelId="{97F2E709-5607-4C82-BB0E-4558BD615722}" type="sibTrans" cxnId="{62892377-0874-40FE-A1FF-64FED53019AC}">
      <dgm:prSet/>
      <dgm:spPr/>
      <dgm:t>
        <a:bodyPr/>
        <a:lstStyle/>
        <a:p>
          <a:endParaRPr lang="en-US"/>
        </a:p>
      </dgm:t>
    </dgm:pt>
    <dgm:pt modelId="{AFE17C49-7012-4650-9228-82471538C579}">
      <dgm:prSet/>
      <dgm:spPr/>
      <dgm:t>
        <a:bodyPr/>
        <a:lstStyle/>
        <a:p>
          <a:r>
            <a:rPr lang="en-US"/>
            <a:t>Complete transparency</a:t>
          </a:r>
        </a:p>
      </dgm:t>
    </dgm:pt>
    <dgm:pt modelId="{8805BDB2-ACA5-4F7D-B385-91CC3FE824EC}" type="parTrans" cxnId="{C2BF683E-588B-4712-AC61-E274238023E1}">
      <dgm:prSet/>
      <dgm:spPr/>
      <dgm:t>
        <a:bodyPr/>
        <a:lstStyle/>
        <a:p>
          <a:endParaRPr lang="en-US"/>
        </a:p>
      </dgm:t>
    </dgm:pt>
    <dgm:pt modelId="{66B8A63D-FC70-445B-9B60-0A0F24FF1F19}" type="sibTrans" cxnId="{C2BF683E-588B-4712-AC61-E274238023E1}">
      <dgm:prSet/>
      <dgm:spPr/>
      <dgm:t>
        <a:bodyPr/>
        <a:lstStyle/>
        <a:p>
          <a:endParaRPr lang="en-US"/>
        </a:p>
      </dgm:t>
    </dgm:pt>
    <dgm:pt modelId="{9246A656-B8AF-4A77-92E2-BD3F85397BBB}">
      <dgm:prSet/>
      <dgm:spPr/>
      <dgm:t>
        <a:bodyPr/>
        <a:lstStyle/>
        <a:p>
          <a:r>
            <a:rPr lang="en-US"/>
            <a:t>No training data required</a:t>
          </a:r>
        </a:p>
      </dgm:t>
    </dgm:pt>
    <dgm:pt modelId="{79642368-573D-43B4-993F-4D5B3AA0B0D4}" type="parTrans" cxnId="{5E6B7597-57E2-4A92-9954-F92459BB5D6A}">
      <dgm:prSet/>
      <dgm:spPr/>
      <dgm:t>
        <a:bodyPr/>
        <a:lstStyle/>
        <a:p>
          <a:endParaRPr lang="en-US"/>
        </a:p>
      </dgm:t>
    </dgm:pt>
    <dgm:pt modelId="{5F4E378F-19BF-47FA-8FE0-B0EEE1837B68}" type="sibTrans" cxnId="{5E6B7597-57E2-4A92-9954-F92459BB5D6A}">
      <dgm:prSet/>
      <dgm:spPr/>
      <dgm:t>
        <a:bodyPr/>
        <a:lstStyle/>
        <a:p>
          <a:endParaRPr lang="en-US"/>
        </a:p>
      </dgm:t>
    </dgm:pt>
    <dgm:pt modelId="{C0775C9F-44D0-40EA-81BB-E2D059BCBEC5}">
      <dgm:prSet/>
      <dgm:spPr/>
      <dgm:t>
        <a:bodyPr/>
        <a:lstStyle/>
        <a:p>
          <a:r>
            <a:rPr lang="en-US"/>
            <a:t>Predictable behavior</a:t>
          </a:r>
        </a:p>
      </dgm:t>
    </dgm:pt>
    <dgm:pt modelId="{FB302CE2-DA56-4720-94D8-26D8C7106C69}" type="parTrans" cxnId="{D92FF53D-CF73-49C7-810E-8E617924E58F}">
      <dgm:prSet/>
      <dgm:spPr/>
      <dgm:t>
        <a:bodyPr/>
        <a:lstStyle/>
        <a:p>
          <a:endParaRPr lang="en-US"/>
        </a:p>
      </dgm:t>
    </dgm:pt>
    <dgm:pt modelId="{FA124EFB-AB7A-4971-8137-B97DB3791F8A}" type="sibTrans" cxnId="{D92FF53D-CF73-49C7-810E-8E617924E58F}">
      <dgm:prSet/>
      <dgm:spPr/>
      <dgm:t>
        <a:bodyPr/>
        <a:lstStyle/>
        <a:p>
          <a:endParaRPr lang="en-US"/>
        </a:p>
      </dgm:t>
    </dgm:pt>
    <dgm:pt modelId="{10F89827-F570-4E35-91C3-EE1C85DDE631}">
      <dgm:prSet/>
      <dgm:spPr/>
      <dgm:t>
        <a:bodyPr/>
        <a:lstStyle/>
        <a:p>
          <a:r>
            <a:rPr lang="en-US"/>
            <a:t>Fast response time</a:t>
          </a:r>
        </a:p>
      </dgm:t>
    </dgm:pt>
    <dgm:pt modelId="{8272446B-7B4F-4CB0-AFF8-B211FC286E4B}" type="parTrans" cxnId="{6A69A52F-C2E6-46F7-9982-DAD0144B70F8}">
      <dgm:prSet/>
      <dgm:spPr/>
      <dgm:t>
        <a:bodyPr/>
        <a:lstStyle/>
        <a:p>
          <a:endParaRPr lang="en-US"/>
        </a:p>
      </dgm:t>
    </dgm:pt>
    <dgm:pt modelId="{3568CF50-08B1-403B-A0AD-0A488BBD3CF0}" type="sibTrans" cxnId="{6A69A52F-C2E6-46F7-9982-DAD0144B70F8}">
      <dgm:prSet/>
      <dgm:spPr/>
      <dgm:t>
        <a:bodyPr/>
        <a:lstStyle/>
        <a:p>
          <a:endParaRPr lang="en-US"/>
        </a:p>
      </dgm:t>
    </dgm:pt>
    <dgm:pt modelId="{CA0585EF-9E3F-4955-B62B-CCCC9336765C}">
      <dgm:prSet/>
      <dgm:spPr/>
      <dgm:t>
        <a:bodyPr/>
        <a:lstStyle/>
        <a:p>
          <a:r>
            <a:rPr lang="en-US"/>
            <a:t>Easy to debug</a:t>
          </a:r>
        </a:p>
      </dgm:t>
    </dgm:pt>
    <dgm:pt modelId="{B93F4241-47CE-423B-ABA3-6E5CE2E70853}" type="parTrans" cxnId="{717EA1E3-4C45-4737-9AC7-1DD0766FB0A8}">
      <dgm:prSet/>
      <dgm:spPr/>
      <dgm:t>
        <a:bodyPr/>
        <a:lstStyle/>
        <a:p>
          <a:endParaRPr lang="en-US"/>
        </a:p>
      </dgm:t>
    </dgm:pt>
    <dgm:pt modelId="{22695CAD-B836-4D8C-B974-E223FAE5947D}" type="sibTrans" cxnId="{717EA1E3-4C45-4737-9AC7-1DD0766FB0A8}">
      <dgm:prSet/>
      <dgm:spPr/>
      <dgm:t>
        <a:bodyPr/>
        <a:lstStyle/>
        <a:p>
          <a:endParaRPr lang="en-US"/>
        </a:p>
      </dgm:t>
    </dgm:pt>
    <dgm:pt modelId="{29E76918-5A7B-49D6-97B5-8C1A5BDECD60}">
      <dgm:prSet/>
      <dgm:spPr/>
      <dgm:t>
        <a:bodyPr/>
        <a:lstStyle/>
        <a:p>
          <a:r>
            <a:rPr lang="en-US"/>
            <a:t>Limitations:</a:t>
          </a:r>
        </a:p>
      </dgm:t>
    </dgm:pt>
    <dgm:pt modelId="{EFFC5005-2EEF-4125-9DDA-5A564B0151DD}" type="parTrans" cxnId="{A7A5C113-31E4-40F3-81EB-3F2A3A07BDC4}">
      <dgm:prSet/>
      <dgm:spPr/>
      <dgm:t>
        <a:bodyPr/>
        <a:lstStyle/>
        <a:p>
          <a:endParaRPr lang="en-US"/>
        </a:p>
      </dgm:t>
    </dgm:pt>
    <dgm:pt modelId="{CDE37B65-BFB3-4B82-A17C-95F86B7FECA5}" type="sibTrans" cxnId="{A7A5C113-31E4-40F3-81EB-3F2A3A07BDC4}">
      <dgm:prSet/>
      <dgm:spPr/>
      <dgm:t>
        <a:bodyPr/>
        <a:lstStyle/>
        <a:p>
          <a:endParaRPr lang="en-US"/>
        </a:p>
      </dgm:t>
    </dgm:pt>
    <dgm:pt modelId="{5EEB98FE-07A4-49B5-805C-3EC7ECDF6E00}">
      <dgm:prSet/>
      <dgm:spPr/>
      <dgm:t>
        <a:bodyPr/>
        <a:lstStyle/>
        <a:p>
          <a:r>
            <a:rPr lang="en-US"/>
            <a:t>Cannot handle synonyms</a:t>
          </a:r>
        </a:p>
      </dgm:t>
    </dgm:pt>
    <dgm:pt modelId="{81DC9862-C237-4691-94DA-2AB62941F5C6}" type="parTrans" cxnId="{33505B65-7861-4EB0-B0B8-6AE11D731710}">
      <dgm:prSet/>
      <dgm:spPr/>
      <dgm:t>
        <a:bodyPr/>
        <a:lstStyle/>
        <a:p>
          <a:endParaRPr lang="en-US"/>
        </a:p>
      </dgm:t>
    </dgm:pt>
    <dgm:pt modelId="{A1447A04-928E-4F4F-AF45-0346D42922F6}" type="sibTrans" cxnId="{33505B65-7861-4EB0-B0B8-6AE11D731710}">
      <dgm:prSet/>
      <dgm:spPr/>
      <dgm:t>
        <a:bodyPr/>
        <a:lstStyle/>
        <a:p>
          <a:endParaRPr lang="en-US"/>
        </a:p>
      </dgm:t>
    </dgm:pt>
    <dgm:pt modelId="{CF6FF02E-4F97-46E3-BB4D-AF1D98C3000E}">
      <dgm:prSet/>
      <dgm:spPr/>
      <dgm:t>
        <a:bodyPr/>
        <a:lstStyle/>
        <a:p>
          <a:r>
            <a:rPr lang="en-US"/>
            <a:t>Requires manual keywords updates</a:t>
          </a:r>
        </a:p>
      </dgm:t>
    </dgm:pt>
    <dgm:pt modelId="{AA619FB9-6DD2-40E5-B658-A175FB3A6683}" type="parTrans" cxnId="{B0C39EE2-388E-4A42-B020-6D77A2D37A5A}">
      <dgm:prSet/>
      <dgm:spPr/>
      <dgm:t>
        <a:bodyPr/>
        <a:lstStyle/>
        <a:p>
          <a:endParaRPr lang="en-US"/>
        </a:p>
      </dgm:t>
    </dgm:pt>
    <dgm:pt modelId="{3BAB590B-574C-4DE2-93AF-FB6A3597046B}" type="sibTrans" cxnId="{B0C39EE2-388E-4A42-B020-6D77A2D37A5A}">
      <dgm:prSet/>
      <dgm:spPr/>
      <dgm:t>
        <a:bodyPr/>
        <a:lstStyle/>
        <a:p>
          <a:endParaRPr lang="en-US"/>
        </a:p>
      </dgm:t>
    </dgm:pt>
    <dgm:pt modelId="{95D07227-707C-4FFA-8C43-51D066AB7349}">
      <dgm:prSet/>
      <dgm:spPr/>
      <dgm:t>
        <a:bodyPr/>
        <a:lstStyle/>
        <a:p>
          <a:r>
            <a:rPr lang="en-US"/>
            <a:t>Struggles with paraphrasing</a:t>
          </a:r>
        </a:p>
      </dgm:t>
    </dgm:pt>
    <dgm:pt modelId="{A884BFDB-0983-4953-B38F-7E239AAB4F09}" type="parTrans" cxnId="{03ADC6C8-FDEC-4ADB-8D22-CB979D51C828}">
      <dgm:prSet/>
      <dgm:spPr/>
      <dgm:t>
        <a:bodyPr/>
        <a:lstStyle/>
        <a:p>
          <a:endParaRPr lang="en-US"/>
        </a:p>
      </dgm:t>
    </dgm:pt>
    <dgm:pt modelId="{AF413616-0DA6-4A8B-AD90-B90BBD135AE1}" type="sibTrans" cxnId="{03ADC6C8-FDEC-4ADB-8D22-CB979D51C828}">
      <dgm:prSet/>
      <dgm:spPr/>
      <dgm:t>
        <a:bodyPr/>
        <a:lstStyle/>
        <a:p>
          <a:endParaRPr lang="en-US"/>
        </a:p>
      </dgm:t>
    </dgm:pt>
    <dgm:pt modelId="{A08EAA7E-4CFE-41B8-A333-FF9B251170D6}">
      <dgm:prSet/>
      <dgm:spPr/>
      <dgm:t>
        <a:bodyPr/>
        <a:lstStyle/>
        <a:p>
          <a:r>
            <a:rPr lang="en-US"/>
            <a:t>Limited to predefined patterns</a:t>
          </a:r>
        </a:p>
      </dgm:t>
    </dgm:pt>
    <dgm:pt modelId="{405706A0-867F-4944-9511-FD9BD44F9E3B}" type="parTrans" cxnId="{0E5C8F48-7A25-4864-A1E7-97AEEC12AEFB}">
      <dgm:prSet/>
      <dgm:spPr/>
      <dgm:t>
        <a:bodyPr/>
        <a:lstStyle/>
        <a:p>
          <a:endParaRPr lang="en-US"/>
        </a:p>
      </dgm:t>
    </dgm:pt>
    <dgm:pt modelId="{926740CC-BEA0-4A71-8F2F-5405A7F50C2F}" type="sibTrans" cxnId="{0E5C8F48-7A25-4864-A1E7-97AEEC12AEFB}">
      <dgm:prSet/>
      <dgm:spPr/>
      <dgm:t>
        <a:bodyPr/>
        <a:lstStyle/>
        <a:p>
          <a:endParaRPr lang="en-US"/>
        </a:p>
      </dgm:t>
    </dgm:pt>
    <dgm:pt modelId="{0FC4CE79-DB9A-1342-950D-689531462C4D}" type="pres">
      <dgm:prSet presAssocID="{CDF7263A-AB6B-4FAD-B866-501FCD115E76}" presName="linear" presStyleCnt="0">
        <dgm:presLayoutVars>
          <dgm:animLvl val="lvl"/>
          <dgm:resizeHandles val="exact"/>
        </dgm:presLayoutVars>
      </dgm:prSet>
      <dgm:spPr/>
    </dgm:pt>
    <dgm:pt modelId="{021E3B0C-E6A0-674A-AAD0-BDA9F2C5BDE9}" type="pres">
      <dgm:prSet presAssocID="{80CA3CAA-5C55-41C8-B201-2D43A949FBE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7FE189D-FD4E-2749-A32E-8191AEF687C5}" type="pres">
      <dgm:prSet presAssocID="{80CA3CAA-5C55-41C8-B201-2D43A949FBE0}" presName="childText" presStyleLbl="revTx" presStyleIdx="0" presStyleCnt="2">
        <dgm:presLayoutVars>
          <dgm:bulletEnabled val="1"/>
        </dgm:presLayoutVars>
      </dgm:prSet>
      <dgm:spPr/>
    </dgm:pt>
    <dgm:pt modelId="{F6406730-D74B-A24C-8AF3-B451764B1AA5}" type="pres">
      <dgm:prSet presAssocID="{29E76918-5A7B-49D6-97B5-8C1A5BDECD6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8E3D4A9-7192-3C41-BE4D-E0F283134632}" type="pres">
      <dgm:prSet presAssocID="{29E76918-5A7B-49D6-97B5-8C1A5BDECD60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7A5C113-31E4-40F3-81EB-3F2A3A07BDC4}" srcId="{CDF7263A-AB6B-4FAD-B866-501FCD115E76}" destId="{29E76918-5A7B-49D6-97B5-8C1A5BDECD60}" srcOrd="1" destOrd="0" parTransId="{EFFC5005-2EEF-4125-9DDA-5A564B0151DD}" sibTransId="{CDE37B65-BFB3-4B82-A17C-95F86B7FECA5}"/>
    <dgm:cxn modelId="{6F64B21D-9729-C745-8802-74606983B286}" type="presOf" srcId="{10F89827-F570-4E35-91C3-EE1C85DDE631}" destId="{97FE189D-FD4E-2749-A32E-8191AEF687C5}" srcOrd="0" destOrd="3" presId="urn:microsoft.com/office/officeart/2005/8/layout/vList2"/>
    <dgm:cxn modelId="{6A69A52F-C2E6-46F7-9982-DAD0144B70F8}" srcId="{80CA3CAA-5C55-41C8-B201-2D43A949FBE0}" destId="{10F89827-F570-4E35-91C3-EE1C85DDE631}" srcOrd="3" destOrd="0" parTransId="{8272446B-7B4F-4CB0-AFF8-B211FC286E4B}" sibTransId="{3568CF50-08B1-403B-A0AD-0A488BBD3CF0}"/>
    <dgm:cxn modelId="{C6865331-7DEC-6943-8D3D-4DB479D4A9E6}" type="presOf" srcId="{AFE17C49-7012-4650-9228-82471538C579}" destId="{97FE189D-FD4E-2749-A32E-8191AEF687C5}" srcOrd="0" destOrd="0" presId="urn:microsoft.com/office/officeart/2005/8/layout/vList2"/>
    <dgm:cxn modelId="{9F6DAA3A-BD24-4A40-9292-635D7114F9CD}" type="presOf" srcId="{29E76918-5A7B-49D6-97B5-8C1A5BDECD60}" destId="{F6406730-D74B-A24C-8AF3-B451764B1AA5}" srcOrd="0" destOrd="0" presId="urn:microsoft.com/office/officeart/2005/8/layout/vList2"/>
    <dgm:cxn modelId="{D92FF53D-CF73-49C7-810E-8E617924E58F}" srcId="{80CA3CAA-5C55-41C8-B201-2D43A949FBE0}" destId="{C0775C9F-44D0-40EA-81BB-E2D059BCBEC5}" srcOrd="2" destOrd="0" parTransId="{FB302CE2-DA56-4720-94D8-26D8C7106C69}" sibTransId="{FA124EFB-AB7A-4971-8137-B97DB3791F8A}"/>
    <dgm:cxn modelId="{C2BF683E-588B-4712-AC61-E274238023E1}" srcId="{80CA3CAA-5C55-41C8-B201-2D43A949FBE0}" destId="{AFE17C49-7012-4650-9228-82471538C579}" srcOrd="0" destOrd="0" parTransId="{8805BDB2-ACA5-4F7D-B385-91CC3FE824EC}" sibTransId="{66B8A63D-FC70-445B-9B60-0A0F24FF1F19}"/>
    <dgm:cxn modelId="{2BDED83E-C089-D64E-8CEA-4CCE474A9F02}" type="presOf" srcId="{A08EAA7E-4CFE-41B8-A333-FF9B251170D6}" destId="{C8E3D4A9-7192-3C41-BE4D-E0F283134632}" srcOrd="0" destOrd="3" presId="urn:microsoft.com/office/officeart/2005/8/layout/vList2"/>
    <dgm:cxn modelId="{0E5C8F48-7A25-4864-A1E7-97AEEC12AEFB}" srcId="{29E76918-5A7B-49D6-97B5-8C1A5BDECD60}" destId="{A08EAA7E-4CFE-41B8-A333-FF9B251170D6}" srcOrd="3" destOrd="0" parTransId="{405706A0-867F-4944-9511-FD9BD44F9E3B}" sibTransId="{926740CC-BEA0-4A71-8F2F-5405A7F50C2F}"/>
    <dgm:cxn modelId="{7309DB4D-91F4-AB4B-9930-2B0FA5F944A1}" type="presOf" srcId="{80CA3CAA-5C55-41C8-B201-2D43A949FBE0}" destId="{021E3B0C-E6A0-674A-AAD0-BDA9F2C5BDE9}" srcOrd="0" destOrd="0" presId="urn:microsoft.com/office/officeart/2005/8/layout/vList2"/>
    <dgm:cxn modelId="{90DAD156-1097-EA46-B836-D0084FFFA726}" type="presOf" srcId="{95D07227-707C-4FFA-8C43-51D066AB7349}" destId="{C8E3D4A9-7192-3C41-BE4D-E0F283134632}" srcOrd="0" destOrd="2" presId="urn:microsoft.com/office/officeart/2005/8/layout/vList2"/>
    <dgm:cxn modelId="{33505B65-7861-4EB0-B0B8-6AE11D731710}" srcId="{29E76918-5A7B-49D6-97B5-8C1A5BDECD60}" destId="{5EEB98FE-07A4-49B5-805C-3EC7ECDF6E00}" srcOrd="0" destOrd="0" parTransId="{81DC9862-C237-4691-94DA-2AB62941F5C6}" sibTransId="{A1447A04-928E-4F4F-AF45-0346D42922F6}"/>
    <dgm:cxn modelId="{EF7B3972-052F-5144-84AE-067418E9FAB7}" type="presOf" srcId="{CDF7263A-AB6B-4FAD-B866-501FCD115E76}" destId="{0FC4CE79-DB9A-1342-950D-689531462C4D}" srcOrd="0" destOrd="0" presId="urn:microsoft.com/office/officeart/2005/8/layout/vList2"/>
    <dgm:cxn modelId="{62892377-0874-40FE-A1FF-64FED53019AC}" srcId="{CDF7263A-AB6B-4FAD-B866-501FCD115E76}" destId="{80CA3CAA-5C55-41C8-B201-2D43A949FBE0}" srcOrd="0" destOrd="0" parTransId="{5E624388-37B3-4490-B229-7C69405200B0}" sibTransId="{97F2E709-5607-4C82-BB0E-4558BD615722}"/>
    <dgm:cxn modelId="{5E6B7597-57E2-4A92-9954-F92459BB5D6A}" srcId="{80CA3CAA-5C55-41C8-B201-2D43A949FBE0}" destId="{9246A656-B8AF-4A77-92E2-BD3F85397BBB}" srcOrd="1" destOrd="0" parTransId="{79642368-573D-43B4-993F-4D5B3AA0B0D4}" sibTransId="{5F4E378F-19BF-47FA-8FE0-B0EEE1837B68}"/>
    <dgm:cxn modelId="{49AD65B0-E017-3844-86C2-FBF33097B596}" type="presOf" srcId="{9246A656-B8AF-4A77-92E2-BD3F85397BBB}" destId="{97FE189D-FD4E-2749-A32E-8191AEF687C5}" srcOrd="0" destOrd="1" presId="urn:microsoft.com/office/officeart/2005/8/layout/vList2"/>
    <dgm:cxn modelId="{D34519B8-B486-1A47-A582-84CD86F124D8}" type="presOf" srcId="{C0775C9F-44D0-40EA-81BB-E2D059BCBEC5}" destId="{97FE189D-FD4E-2749-A32E-8191AEF687C5}" srcOrd="0" destOrd="2" presId="urn:microsoft.com/office/officeart/2005/8/layout/vList2"/>
    <dgm:cxn modelId="{03ADC6C8-FDEC-4ADB-8D22-CB979D51C828}" srcId="{29E76918-5A7B-49D6-97B5-8C1A5BDECD60}" destId="{95D07227-707C-4FFA-8C43-51D066AB7349}" srcOrd="2" destOrd="0" parTransId="{A884BFDB-0983-4953-B38F-7E239AAB4F09}" sibTransId="{AF413616-0DA6-4A8B-AD90-B90BBD135AE1}"/>
    <dgm:cxn modelId="{AE0010D4-29B5-FC46-936F-74B798A2412A}" type="presOf" srcId="{5EEB98FE-07A4-49B5-805C-3EC7ECDF6E00}" destId="{C8E3D4A9-7192-3C41-BE4D-E0F283134632}" srcOrd="0" destOrd="0" presId="urn:microsoft.com/office/officeart/2005/8/layout/vList2"/>
    <dgm:cxn modelId="{FB3743DB-94EC-5745-9075-A06541B867EC}" type="presOf" srcId="{CA0585EF-9E3F-4955-B62B-CCCC9336765C}" destId="{97FE189D-FD4E-2749-A32E-8191AEF687C5}" srcOrd="0" destOrd="4" presId="urn:microsoft.com/office/officeart/2005/8/layout/vList2"/>
    <dgm:cxn modelId="{B0C39EE2-388E-4A42-B020-6D77A2D37A5A}" srcId="{29E76918-5A7B-49D6-97B5-8C1A5BDECD60}" destId="{CF6FF02E-4F97-46E3-BB4D-AF1D98C3000E}" srcOrd="1" destOrd="0" parTransId="{AA619FB9-6DD2-40E5-B658-A175FB3A6683}" sibTransId="{3BAB590B-574C-4DE2-93AF-FB6A3597046B}"/>
    <dgm:cxn modelId="{717EA1E3-4C45-4737-9AC7-1DD0766FB0A8}" srcId="{80CA3CAA-5C55-41C8-B201-2D43A949FBE0}" destId="{CA0585EF-9E3F-4955-B62B-CCCC9336765C}" srcOrd="4" destOrd="0" parTransId="{B93F4241-47CE-423B-ABA3-6E5CE2E70853}" sibTransId="{22695CAD-B836-4D8C-B974-E223FAE5947D}"/>
    <dgm:cxn modelId="{CC0B62E6-D044-254A-87C9-0DD51C6EAEF8}" type="presOf" srcId="{CF6FF02E-4F97-46E3-BB4D-AF1D98C3000E}" destId="{C8E3D4A9-7192-3C41-BE4D-E0F283134632}" srcOrd="0" destOrd="1" presId="urn:microsoft.com/office/officeart/2005/8/layout/vList2"/>
    <dgm:cxn modelId="{6E7E7351-D8A3-CA48-9A0D-A4C4A91F7B1D}" type="presParOf" srcId="{0FC4CE79-DB9A-1342-950D-689531462C4D}" destId="{021E3B0C-E6A0-674A-AAD0-BDA9F2C5BDE9}" srcOrd="0" destOrd="0" presId="urn:microsoft.com/office/officeart/2005/8/layout/vList2"/>
    <dgm:cxn modelId="{C14E00A4-EA9D-2244-9FC7-58C789DA70F7}" type="presParOf" srcId="{0FC4CE79-DB9A-1342-950D-689531462C4D}" destId="{97FE189D-FD4E-2749-A32E-8191AEF687C5}" srcOrd="1" destOrd="0" presId="urn:microsoft.com/office/officeart/2005/8/layout/vList2"/>
    <dgm:cxn modelId="{F0FDFB00-EFBD-D84A-8347-20D5CC1897D6}" type="presParOf" srcId="{0FC4CE79-DB9A-1342-950D-689531462C4D}" destId="{F6406730-D74B-A24C-8AF3-B451764B1AA5}" srcOrd="2" destOrd="0" presId="urn:microsoft.com/office/officeart/2005/8/layout/vList2"/>
    <dgm:cxn modelId="{27EF02DB-F972-D647-9AEE-E509C089004A}" type="presParOf" srcId="{0FC4CE79-DB9A-1342-950D-689531462C4D}" destId="{C8E3D4A9-7192-3C41-BE4D-E0F283134632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79B0C2-FE0F-944B-91DE-24673E49F4FF}">
      <dsp:nvSpPr>
        <dsp:cNvPr id="0" name=""/>
        <dsp:cNvSpPr/>
      </dsp:nvSpPr>
      <dsp:spPr>
        <a:xfrm>
          <a:off x="0" y="181759"/>
          <a:ext cx="509778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How It Works:</a:t>
          </a:r>
          <a:endParaRPr lang="en-US" sz="2200" kern="1200"/>
        </a:p>
      </dsp:txBody>
      <dsp:txXfrm>
        <a:off x="26387" y="208146"/>
        <a:ext cx="5045006" cy="487766"/>
      </dsp:txXfrm>
    </dsp:sp>
    <dsp:sp modelId="{7C0A3C36-0561-5546-8138-EC1E82BEE15E}">
      <dsp:nvSpPr>
        <dsp:cNvPr id="0" name=""/>
        <dsp:cNvSpPr/>
      </dsp:nvSpPr>
      <dsp:spPr>
        <a:xfrm>
          <a:off x="0" y="713834"/>
          <a:ext cx="5097780" cy="1184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855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/>
            <a:t>18 FAQ entries with keyword patterns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/>
            <a:t>Each entry has multiple trigger keywords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/>
            <a:t>Scoring algorithm calculates match confidence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/>
            <a:t>Returns best match above threshold</a:t>
          </a:r>
          <a:endParaRPr lang="en-US" sz="1700" kern="1200"/>
        </a:p>
      </dsp:txBody>
      <dsp:txXfrm>
        <a:off x="0" y="713834"/>
        <a:ext cx="5097780" cy="1184040"/>
      </dsp:txXfrm>
    </dsp:sp>
    <dsp:sp modelId="{4E8628CE-42DA-FB4A-82C5-4C9ECCEC431F}">
      <dsp:nvSpPr>
        <dsp:cNvPr id="0" name=""/>
        <dsp:cNvSpPr/>
      </dsp:nvSpPr>
      <dsp:spPr>
        <a:xfrm>
          <a:off x="0" y="1897874"/>
          <a:ext cx="509778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Key Parameters:</a:t>
          </a:r>
          <a:endParaRPr lang="en-US" sz="2200" kern="1200"/>
        </a:p>
      </dsp:txBody>
      <dsp:txXfrm>
        <a:off x="26387" y="1924261"/>
        <a:ext cx="5045006" cy="487766"/>
      </dsp:txXfrm>
    </dsp:sp>
    <dsp:sp modelId="{EE08FF3B-AF01-FD4D-964B-C9ED0ECFBBBD}">
      <dsp:nvSpPr>
        <dsp:cNvPr id="0" name=""/>
        <dsp:cNvSpPr/>
      </dsp:nvSpPr>
      <dsp:spPr>
        <a:xfrm>
          <a:off x="0" y="2438413"/>
          <a:ext cx="5097780" cy="1184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855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/>
            <a:t>CONFIDENCE_THRESHOLD: 0.3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/>
            <a:t>EXACT_MATCH_BONUS: 0.5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/>
            <a:t>ALLOW_PARTIAL_MATCHING: True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700" kern="1200"/>
            <a:t>MIN_WORD_LENGTH: 3</a:t>
          </a:r>
          <a:endParaRPr lang="en-US" sz="1700" kern="1200"/>
        </a:p>
      </dsp:txBody>
      <dsp:txXfrm>
        <a:off x="0" y="2438413"/>
        <a:ext cx="5097780" cy="1184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1E3B0C-E6A0-674A-AAD0-BDA9F2C5BDE9}">
      <dsp:nvSpPr>
        <dsp:cNvPr id="0" name=""/>
        <dsp:cNvSpPr/>
      </dsp:nvSpPr>
      <dsp:spPr>
        <a:xfrm>
          <a:off x="0" y="108009"/>
          <a:ext cx="5181600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Advantages:</a:t>
          </a:r>
        </a:p>
      </dsp:txBody>
      <dsp:txXfrm>
        <a:off x="28786" y="136795"/>
        <a:ext cx="5124028" cy="532107"/>
      </dsp:txXfrm>
    </dsp:sp>
    <dsp:sp modelId="{97FE189D-FD4E-2749-A32E-8191AEF687C5}">
      <dsp:nvSpPr>
        <dsp:cNvPr id="0" name=""/>
        <dsp:cNvSpPr/>
      </dsp:nvSpPr>
      <dsp:spPr>
        <a:xfrm>
          <a:off x="0" y="697688"/>
          <a:ext cx="5181600" cy="1639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51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Complete transparency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No training data required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Predictable behavior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Fast response time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Easy to debug</a:t>
          </a:r>
        </a:p>
      </dsp:txBody>
      <dsp:txXfrm>
        <a:off x="0" y="697688"/>
        <a:ext cx="5181600" cy="1639440"/>
      </dsp:txXfrm>
    </dsp:sp>
    <dsp:sp modelId="{F6406730-D74B-A24C-8AF3-B451764B1AA5}">
      <dsp:nvSpPr>
        <dsp:cNvPr id="0" name=""/>
        <dsp:cNvSpPr/>
      </dsp:nvSpPr>
      <dsp:spPr>
        <a:xfrm>
          <a:off x="0" y="2337129"/>
          <a:ext cx="5181600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Limitations:</a:t>
          </a:r>
        </a:p>
      </dsp:txBody>
      <dsp:txXfrm>
        <a:off x="28786" y="2365915"/>
        <a:ext cx="5124028" cy="532107"/>
      </dsp:txXfrm>
    </dsp:sp>
    <dsp:sp modelId="{C8E3D4A9-7192-3C41-BE4D-E0F283134632}">
      <dsp:nvSpPr>
        <dsp:cNvPr id="0" name=""/>
        <dsp:cNvSpPr/>
      </dsp:nvSpPr>
      <dsp:spPr>
        <a:xfrm>
          <a:off x="0" y="2926809"/>
          <a:ext cx="5181600" cy="1316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51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Cannot handle synonyms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Requires manual keywords updates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Struggles with paraphrasing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Limited to predefined patterns</a:t>
          </a:r>
        </a:p>
      </dsp:txBody>
      <dsp:txXfrm>
        <a:off x="0" y="2926809"/>
        <a:ext cx="5181600" cy="13165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7C3E1-BCF9-9743-853F-0A5F5ED5645D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B333B-F284-264C-9D77-DAD93C06E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56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869E3-0E67-6D24-9C99-B5744141C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F9F00-7590-8538-26FA-01CB81FED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2298B7-395F-9323-3D57-70785ACED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1F98D-5837-B5D5-4CA1-CB7FD5DE5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0B333B-F284-264C-9D77-DAD93C06E1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57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466-6B86-514C-8768-60D16C7524B2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42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466-6B86-514C-8768-60D16C7524B2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78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466-6B86-514C-8768-60D16C7524B2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75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466-6B86-514C-8768-60D16C7524B2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81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466-6B86-514C-8768-60D16C7524B2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75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466-6B86-514C-8768-60D16C7524B2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53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466-6B86-514C-8768-60D16C7524B2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4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466-6B86-514C-8768-60D16C7524B2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176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466-6B86-514C-8768-60D16C7524B2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51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466-6B86-514C-8768-60D16C7524B2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44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466-6B86-514C-8768-60D16C7524B2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35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02F466-6B86-514C-8768-60D16C7524B2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86311-1498-BA4C-9688-7F0EB9830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69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D4E2CE-5DE8-1F43-D527-F69C0ABAF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COMP-1827 Introduction to Artificial Intelligence</a:t>
            </a:r>
          </a:p>
        </p:txBody>
      </p:sp>
      <p:sp>
        <p:nvSpPr>
          <p:cNvPr id="67" name="Freeform: Shape 35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8" name="Freeform: Shape 37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9" name="Freeform: Shape 39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850A57-A7F8-692D-C15D-4A8D9B3CA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GB" sz="2000" b="1" dirty="0"/>
              <a:t>Implementing a Rule Based FAQ Chat box for University Student Support</a:t>
            </a:r>
          </a:p>
          <a:p>
            <a:pPr marL="0" indent="0">
              <a:buNone/>
            </a:pPr>
            <a:r>
              <a:rPr lang="en-GB" sz="1500" b="1" dirty="0"/>
              <a:t>Group Members:</a:t>
            </a:r>
          </a:p>
          <a:p>
            <a:pPr marL="0" indent="0">
              <a:buNone/>
            </a:pPr>
            <a:r>
              <a:rPr lang="en-GB" sz="1500" dirty="0"/>
              <a:t>Liladhar Patwardhan</a:t>
            </a:r>
          </a:p>
          <a:p>
            <a:pPr marL="0" indent="0">
              <a:buNone/>
            </a:pPr>
            <a:r>
              <a:rPr lang="en-GB" sz="1500" dirty="0"/>
              <a:t>Vansh </a:t>
            </a:r>
            <a:r>
              <a:rPr lang="en-GB" sz="1500" dirty="0" err="1"/>
              <a:t>Devlani</a:t>
            </a:r>
            <a:endParaRPr lang="en-GB" sz="1500" dirty="0"/>
          </a:p>
          <a:p>
            <a:pPr marL="0" indent="0">
              <a:buNone/>
            </a:pPr>
            <a:r>
              <a:rPr lang="en-GB" sz="1500" dirty="0"/>
              <a:t>Kirtan </a:t>
            </a:r>
            <a:r>
              <a:rPr lang="en-GB" sz="1500" dirty="0" err="1"/>
              <a:t>Karkar</a:t>
            </a:r>
            <a:endParaRPr lang="en-GB" sz="1500" dirty="0"/>
          </a:p>
          <a:p>
            <a:pPr marL="0" indent="0">
              <a:buNone/>
            </a:pPr>
            <a:r>
              <a:rPr lang="en-GB" sz="1500" dirty="0" err="1"/>
              <a:t>Isuru</a:t>
            </a:r>
            <a:r>
              <a:rPr lang="en-GB" sz="1500" dirty="0"/>
              <a:t> </a:t>
            </a:r>
            <a:r>
              <a:rPr lang="en-GB" sz="1500" dirty="0" err="1"/>
              <a:t>Madhurajapathilage</a:t>
            </a:r>
            <a:endParaRPr lang="en-GB" sz="1500" dirty="0"/>
          </a:p>
          <a:p>
            <a:pPr marL="0" indent="0">
              <a:buNone/>
            </a:pPr>
            <a:r>
              <a:rPr lang="en-GB" sz="1500" b="1" dirty="0"/>
              <a:t>Algorithm Used:</a:t>
            </a:r>
          </a:p>
          <a:p>
            <a:pPr fontAlgn="base"/>
            <a:r>
              <a:rPr lang="en-GB" sz="1500" dirty="0"/>
              <a:t>Rule-Based Pattern Matching (Keyword/if-else system)</a:t>
            </a:r>
          </a:p>
          <a:p>
            <a:pPr fontAlgn="base"/>
            <a:r>
              <a:rPr lang="en-GB" sz="1500" dirty="0"/>
              <a:t>Naive Bayes Classifier (for intent recognition and response selection)</a:t>
            </a:r>
          </a:p>
          <a:p>
            <a:pPr fontAlgn="base"/>
            <a:r>
              <a:rPr lang="en-GB" sz="1500" dirty="0"/>
              <a:t>TF-IDF with Cosine Similarity (information retrieval approach)</a:t>
            </a:r>
          </a:p>
          <a:p>
            <a:pPr fontAlgn="base"/>
            <a:r>
              <a:rPr lang="en-GB" sz="1500" dirty="0"/>
              <a:t>Simple Neural Network Model (demonstrating deep learning concepts)</a:t>
            </a:r>
          </a:p>
          <a:p>
            <a:pPr marL="0" indent="0">
              <a:buNone/>
            </a:pPr>
            <a:endParaRPr lang="en-GB" sz="1500" dirty="0"/>
          </a:p>
        </p:txBody>
      </p:sp>
      <p:sp>
        <p:nvSpPr>
          <p:cNvPr id="70" name="Freeform: Shape 41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" name="Freeform: Shape 43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2" name="Freeform: Shape 45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325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406B9-9752-C804-6714-31A9FF1D3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1BBBC-022C-29EA-B49D-5CE5382C1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Rule-Based Pattern Matching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86A73D-7C3D-E8F3-FB7F-D2CA54AE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191279"/>
            <a:ext cx="5181600" cy="3169708"/>
          </a:xfrm>
        </p:spPr>
        <p:txBody>
          <a:bodyPr>
            <a:normAutofit/>
          </a:bodyPr>
          <a:lstStyle/>
          <a:p>
            <a:r>
              <a:rPr lang="en-GB" sz="2000" b="1" dirty="0"/>
              <a:t>Our Solution: Rule-Based Pattern Matching</a:t>
            </a:r>
            <a:endParaRPr lang="en-GB" sz="2000" dirty="0"/>
          </a:p>
          <a:p>
            <a:r>
              <a:rPr lang="en-GB" sz="2000" b="1" dirty="0"/>
              <a:t>Keyword matching</a:t>
            </a:r>
            <a:r>
              <a:rPr lang="en-GB" sz="2000" dirty="0"/>
              <a:t> with confidence scoring</a:t>
            </a:r>
          </a:p>
          <a:p>
            <a:r>
              <a:rPr lang="en-GB" sz="2000" b="1" dirty="0"/>
              <a:t>Priority system</a:t>
            </a:r>
            <a:r>
              <a:rPr lang="en-GB" sz="2000" dirty="0"/>
              <a:t> for ambiguous cases</a:t>
            </a:r>
          </a:p>
          <a:p>
            <a:r>
              <a:rPr lang="en-GB" sz="2000" b="1" dirty="0" err="1"/>
              <a:t>Tunable</a:t>
            </a:r>
            <a:r>
              <a:rPr lang="en-GB" sz="2000" b="1" dirty="0"/>
              <a:t> parameters</a:t>
            </a:r>
            <a:r>
              <a:rPr lang="en-GB" sz="2000" dirty="0"/>
              <a:t> for optimal performance</a:t>
            </a:r>
          </a:p>
          <a:p>
            <a:r>
              <a:rPr lang="en-GB" sz="2000" b="1" dirty="0"/>
              <a:t>Transparent</a:t>
            </a:r>
            <a:r>
              <a:rPr lang="en-GB" sz="2000" dirty="0"/>
              <a:t> - always explains why it responds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09D3834-89A8-5922-D083-B04450436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1950508"/>
          </a:xfrm>
        </p:spPr>
        <p:txBody>
          <a:bodyPr>
            <a:normAutofit/>
          </a:bodyPr>
          <a:lstStyle/>
          <a:p>
            <a:r>
              <a:rPr lang="en-US" sz="2000" b="1" dirty="0"/>
              <a:t>The Problem</a:t>
            </a:r>
          </a:p>
          <a:p>
            <a:r>
              <a:rPr lang="en-GB" sz="2000" dirty="0"/>
              <a:t>Students ask repetitive questions about deadlines, submissions, marking</a:t>
            </a:r>
          </a:p>
          <a:p>
            <a:r>
              <a:rPr lang="en-GB" sz="2000" dirty="0"/>
              <a:t>Staff time consumed by basic queries</a:t>
            </a:r>
          </a:p>
          <a:p>
            <a:r>
              <a:rPr lang="en-GB" sz="2000" dirty="0"/>
              <a:t>Need for 24/7 instant support</a:t>
            </a:r>
          </a:p>
          <a:p>
            <a:endParaRPr lang="en-US" sz="2000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B70DBAC-3845-E2E6-4E18-AF68C5513358}"/>
              </a:ext>
            </a:extLst>
          </p:cNvPr>
          <p:cNvSpPr txBox="1">
            <a:spLocks/>
          </p:cNvSpPr>
          <p:nvPr/>
        </p:nvSpPr>
        <p:spPr>
          <a:xfrm>
            <a:off x="838200" y="3776133"/>
            <a:ext cx="5181600" cy="195050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Why It Matters</a:t>
            </a:r>
          </a:p>
          <a:p>
            <a:r>
              <a:rPr lang="en-GB" sz="2200" dirty="0"/>
              <a:t>Fast, reliable answers for common questions</a:t>
            </a:r>
          </a:p>
          <a:p>
            <a:r>
              <a:rPr lang="en-GB" sz="2200" dirty="0"/>
              <a:t>No training data required</a:t>
            </a:r>
          </a:p>
          <a:p>
            <a:r>
              <a:rPr lang="en-GB" sz="2200" dirty="0"/>
              <a:t>Easy to understand and debug</a:t>
            </a:r>
          </a:p>
        </p:txBody>
      </p:sp>
    </p:spTree>
    <p:extLst>
      <p:ext uri="{BB962C8B-B14F-4D97-AF65-F5344CB8AC3E}">
        <p14:creationId xmlns:p14="http://schemas.microsoft.com/office/powerpoint/2010/main" val="22508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F2D86-4A48-897B-DB5B-BA11C6C1C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Rule-Based Pattern Matching</a:t>
            </a:r>
            <a:endParaRPr lang="en-US" dirty="0"/>
          </a:p>
        </p:txBody>
      </p:sp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id="{29100B2D-8F94-7EFC-B5A4-0CE80590ADCA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1" y="2012396"/>
          <a:ext cx="5097780" cy="3795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50C811-1261-BDA0-94ED-40D8B9777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177456"/>
            <a:ext cx="5097780" cy="3795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300" b="1"/>
              <a:t>Code Snippet Example:</a:t>
            </a:r>
          </a:p>
          <a:p>
            <a:pPr marL="0" indent="0">
              <a:buNone/>
            </a:pPr>
            <a:endParaRPr lang="en-GB" sz="1300" b="1"/>
          </a:p>
          <a:p>
            <a:pPr marL="0" indent="0">
              <a:buNone/>
            </a:pPr>
            <a:r>
              <a:rPr lang="en-US" sz="1300" b="1"/>
              <a:t>"deadlines": {</a:t>
            </a:r>
          </a:p>
          <a:p>
            <a:pPr marL="0" indent="0">
              <a:buNone/>
            </a:pPr>
            <a:r>
              <a:rPr lang="en-US" sz="1300" b="1"/>
              <a:t>    "keywords": ["deadline", </a:t>
            </a:r>
          </a:p>
          <a:p>
            <a:pPr marL="0" indent="0">
              <a:buNone/>
            </a:pPr>
            <a:r>
              <a:rPr lang="en-US" sz="1300" b="1"/>
              <a:t>                 "due date", </a:t>
            </a:r>
          </a:p>
          <a:p>
            <a:pPr marL="0" indent="0">
              <a:buNone/>
            </a:pPr>
            <a:r>
              <a:rPr lang="en-US" sz="1300" b="1"/>
              <a:t>                 "when due"],</a:t>
            </a:r>
          </a:p>
          <a:p>
            <a:pPr marL="0" indent="0">
              <a:buNone/>
            </a:pPr>
            <a:r>
              <a:rPr lang="en-US" sz="1300" b="1"/>
              <a:t>    "response": "The presentation...",</a:t>
            </a:r>
          </a:p>
          <a:p>
            <a:pPr marL="0" indent="0">
              <a:buNone/>
            </a:pPr>
            <a:r>
              <a:rPr lang="en-US" sz="1300" b="1"/>
              <a:t>    "priority": 3</a:t>
            </a:r>
          </a:p>
          <a:p>
            <a:pPr marL="0" indent="0">
              <a:buNone/>
            </a:pPr>
            <a:r>
              <a:rPr lang="en-US" sz="1300" b="1"/>
              <a:t>}</a:t>
            </a:r>
          </a:p>
          <a:p>
            <a:pPr marL="0" indent="0">
              <a:buNone/>
            </a:pPr>
            <a:endParaRPr lang="en-US" sz="1300" b="1"/>
          </a:p>
          <a:p>
            <a:pPr marL="0" indent="0">
              <a:buNone/>
            </a:pPr>
            <a:r>
              <a:rPr lang="en-US" sz="1300"/>
              <a:t>User Input – Preprocessing – Scoring – Best Match – Response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403697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FDE9-EB50-046C-5D2C-1F310AB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Based Results &amp; Analysis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5420956-067B-84BA-8FE3-4A86C66DBA3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72412770"/>
              </p:ext>
            </p:extLst>
          </p:nvPr>
        </p:nvGraphicFramePr>
        <p:xfrm>
          <a:off x="838200" y="2147094"/>
          <a:ext cx="5181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1944933007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950512321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41518032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779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897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860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978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1554486"/>
                  </a:ext>
                </a:extLst>
              </a:tr>
            </a:tbl>
          </a:graphicData>
        </a:graphic>
      </p:graphicFrame>
      <p:graphicFrame>
        <p:nvGraphicFramePr>
          <p:cNvPr id="16" name="Content Placeholder 3">
            <a:extLst>
              <a:ext uri="{FF2B5EF4-FFF2-40B4-BE49-F238E27FC236}">
                <a16:creationId xmlns:a16="http://schemas.microsoft.com/office/drawing/2014/main" id="{079473A6-3321-56D7-8022-62CC209B671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37C7163-98FF-BB50-C27E-CEBCCAA93137}"/>
              </a:ext>
            </a:extLst>
          </p:cNvPr>
          <p:cNvSpPr txBox="1"/>
          <p:nvPr/>
        </p:nvSpPr>
        <p:spPr>
          <a:xfrm>
            <a:off x="838200" y="3999706"/>
            <a:ext cx="4837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Selected Threshold: 0.3 Final Accuracy: 86.7%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9B8DEA-237C-7822-1AE0-6396B9277A64}"/>
              </a:ext>
            </a:extLst>
          </p:cNvPr>
          <p:cNvSpPr txBox="1"/>
          <p:nvPr/>
        </p:nvSpPr>
        <p:spPr>
          <a:xfrm>
            <a:off x="770467" y="1777762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Results Table:</a:t>
            </a:r>
          </a:p>
        </p:txBody>
      </p:sp>
    </p:spTree>
    <p:extLst>
      <p:ext uri="{BB962C8B-B14F-4D97-AF65-F5344CB8AC3E}">
        <p14:creationId xmlns:p14="http://schemas.microsoft.com/office/powerpoint/2010/main" val="691844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2C9F13A-0050-D747-B55F-51403AA0A106}">
  <we:reference id="4567b711-9f2d-454d-b0d0-74708a29b461" version="1.0.0.0" store="EXCatalog" storeType="EXCatalog"/>
  <we:alternateReferences>
    <we:reference id="WA200001313" version="1.0.0.0" store="en-GB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2079</TotalTime>
  <Words>319</Words>
  <Application>Microsoft Macintosh PowerPoint</Application>
  <PresentationFormat>Widescreen</PresentationFormat>
  <Paragraphs>78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COMP-1827 Introduction to Artificial Intelligence</vt:lpstr>
      <vt:lpstr>Rule-Based Pattern Matching</vt:lpstr>
      <vt:lpstr>Rule-Based Pattern Matching</vt:lpstr>
      <vt:lpstr>Rule Based Results &amp;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Liladhar Nilesh Patwardhan</dc:creator>
  <cp:lastModifiedBy>Liladhar Nilesh Patwardhan</cp:lastModifiedBy>
  <cp:revision>1</cp:revision>
  <dcterms:created xsi:type="dcterms:W3CDTF">2025-11-24T12:01:52Z</dcterms:created>
  <dcterms:modified xsi:type="dcterms:W3CDTF">2025-11-28T17:58:16Z</dcterms:modified>
</cp:coreProperties>
</file>