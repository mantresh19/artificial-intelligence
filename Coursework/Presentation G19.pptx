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9" r:id="rId1"/>
  </p:sldMasterIdLst>
  <p:notesMasterIdLst>
    <p:notesMasterId r:id="rId13"/>
  </p:notesMasterIdLst>
  <p:sldIdLst>
    <p:sldId id="258" r:id="rId2"/>
    <p:sldId id="260" r:id="rId3"/>
    <p:sldId id="262" r:id="rId4"/>
    <p:sldId id="257" r:id="rId5"/>
    <p:sldId id="256" r:id="rId6"/>
    <p:sldId id="263" r:id="rId7"/>
    <p:sldId id="267" r:id="rId8"/>
    <p:sldId id="268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084BF0-0FAC-C946-8F5E-4524D5DE40F7}" v="32" dt="2025-12-01T16:14:49.4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218"/>
    <p:restoredTop sz="94667"/>
  </p:normalViewPr>
  <p:slideViewPr>
    <p:cSldViewPr snapToGrid="0">
      <p:cViewPr varScale="1">
        <p:scale>
          <a:sx n="150" d="100"/>
          <a:sy n="150" d="100"/>
        </p:scale>
        <p:origin x="56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ladhar Nilesh Patwardhan" userId="85becd7f-5624-4113-bdd6-a6ba0213ee98" providerId="ADAL" clId="{D7D8B2CE-27D9-504A-9D00-F39CA77EC0C4}"/>
    <pc:docChg chg="undo redo custSel addSld delSld modSld sldOrd">
      <pc:chgData name="Liladhar Nilesh Patwardhan" userId="85becd7f-5624-4113-bdd6-a6ba0213ee98" providerId="ADAL" clId="{D7D8B2CE-27D9-504A-9D00-F39CA77EC0C4}" dt="2025-12-01T16:15:29.152" v="868"/>
      <pc:docMkLst>
        <pc:docMk/>
      </pc:docMkLst>
      <pc:sldChg chg="modSp add mod modTransition">
        <pc:chgData name="Liladhar Nilesh Patwardhan" userId="85becd7f-5624-4113-bdd6-a6ba0213ee98" providerId="ADAL" clId="{D7D8B2CE-27D9-504A-9D00-F39CA77EC0C4}" dt="2025-12-01T12:30:46.255" v="805"/>
        <pc:sldMkLst>
          <pc:docMk/>
          <pc:sldMk cId="0" sldId="256"/>
        </pc:sldMkLst>
        <pc:spChg chg="mod">
          <ac:chgData name="Liladhar Nilesh Patwardhan" userId="85becd7f-5624-4113-bdd6-a6ba0213ee98" providerId="ADAL" clId="{D7D8B2CE-27D9-504A-9D00-F39CA77EC0C4}" dt="2025-11-30T02:48:18.290" v="798" actId="20577"/>
          <ac:spMkLst>
            <pc:docMk/>
            <pc:sldMk cId="0" sldId="256"/>
            <ac:spMk id="2" creationId="{00000000-0000-0000-0000-000000000000}"/>
          </ac:spMkLst>
        </pc:spChg>
      </pc:sldChg>
      <pc:sldChg chg="delSp modSp mod modTransition delAnim">
        <pc:chgData name="Liladhar Nilesh Patwardhan" userId="85becd7f-5624-4113-bdd6-a6ba0213ee98" providerId="ADAL" clId="{D7D8B2CE-27D9-504A-9D00-F39CA77EC0C4}" dt="2025-11-28T15:41:28.424" v="769" actId="1076"/>
        <pc:sldMkLst>
          <pc:docMk/>
          <pc:sldMk cId="691844074" sldId="257"/>
        </pc:sldMkLst>
        <pc:spChg chg="mod">
          <ac:chgData name="Liladhar Nilesh Patwardhan" userId="85becd7f-5624-4113-bdd6-a6ba0213ee98" providerId="ADAL" clId="{D7D8B2CE-27D9-504A-9D00-F39CA77EC0C4}" dt="2025-11-24T13:40:38.649" v="6" actId="1076"/>
          <ac:spMkLst>
            <pc:docMk/>
            <pc:sldMk cId="691844074" sldId="257"/>
            <ac:spMk id="12" creationId="{D37C7163-98FF-BB50-C27E-CEBCCAA93137}"/>
          </ac:spMkLst>
        </pc:spChg>
        <pc:spChg chg="mod">
          <ac:chgData name="Liladhar Nilesh Patwardhan" userId="85becd7f-5624-4113-bdd6-a6ba0213ee98" providerId="ADAL" clId="{D7D8B2CE-27D9-504A-9D00-F39CA77EC0C4}" dt="2025-11-28T15:41:28.424" v="769" actId="1076"/>
          <ac:spMkLst>
            <pc:docMk/>
            <pc:sldMk cId="691844074" sldId="257"/>
            <ac:spMk id="14" creationId="{2A9B8DEA-237C-7822-1AE0-6396B9277A64}"/>
          </ac:spMkLst>
        </pc:spChg>
        <pc:graphicFrameChg chg="mod">
          <ac:chgData name="Liladhar Nilesh Patwardhan" userId="85becd7f-5624-4113-bdd6-a6ba0213ee98" providerId="ADAL" clId="{D7D8B2CE-27D9-504A-9D00-F39CA77EC0C4}" dt="2025-11-24T13:40:35.293" v="5" actId="1076"/>
          <ac:graphicFrameMkLst>
            <pc:docMk/>
            <pc:sldMk cId="691844074" sldId="257"/>
            <ac:graphicFrameMk id="11" creationId="{15420956-067B-84BA-8FE3-4A86C66DBA37}"/>
          </ac:graphicFrameMkLst>
        </pc:graphicFrameChg>
      </pc:sldChg>
      <pc:sldChg chg="addSp delSp modSp new mod ord modTransition setBg modClrScheme chgLayout">
        <pc:chgData name="Liladhar Nilesh Patwardhan" userId="85becd7f-5624-4113-bdd6-a6ba0213ee98" providerId="ADAL" clId="{D7D8B2CE-27D9-504A-9D00-F39CA77EC0C4}" dt="2025-12-01T12:31:30.906" v="810"/>
        <pc:sldMkLst>
          <pc:docMk/>
          <pc:sldMk cId="1079325673" sldId="258"/>
        </pc:sldMkLst>
        <pc:spChg chg="add mod ord">
          <ac:chgData name="Liladhar Nilesh Patwardhan" userId="85becd7f-5624-4113-bdd6-a6ba0213ee98" providerId="ADAL" clId="{D7D8B2CE-27D9-504A-9D00-F39CA77EC0C4}" dt="2025-11-24T13:59:25.554" v="569" actId="26606"/>
          <ac:spMkLst>
            <pc:docMk/>
            <pc:sldMk cId="1079325673" sldId="258"/>
            <ac:spMk id="5" creationId="{ABD4E2CE-5DE8-1F43-D527-F69C0ABAF462}"/>
          </ac:spMkLst>
        </pc:spChg>
        <pc:spChg chg="add mod ord">
          <ac:chgData name="Liladhar Nilesh Patwardhan" userId="85becd7f-5624-4113-bdd6-a6ba0213ee98" providerId="ADAL" clId="{D7D8B2CE-27D9-504A-9D00-F39CA77EC0C4}" dt="2025-11-24T14:01:06.817" v="591" actId="27636"/>
          <ac:spMkLst>
            <pc:docMk/>
            <pc:sldMk cId="1079325673" sldId="258"/>
            <ac:spMk id="6" creationId="{50850A57-A7F8-692D-C15D-4A8D9B3CA993}"/>
          </ac:spMkLst>
        </pc:spChg>
        <pc:spChg chg="add">
          <ac:chgData name="Liladhar Nilesh Patwardhan" userId="85becd7f-5624-4113-bdd6-a6ba0213ee98" providerId="ADAL" clId="{D7D8B2CE-27D9-504A-9D00-F39CA77EC0C4}" dt="2025-11-24T13:59:25.562" v="570" actId="26606"/>
          <ac:spMkLst>
            <pc:docMk/>
            <pc:sldMk cId="1079325673" sldId="258"/>
            <ac:spMk id="65" creationId="{E92FEB64-6EEA-4759-B4A4-BD2C1E660BA8}"/>
          </ac:spMkLst>
        </pc:spChg>
        <pc:spChg chg="add">
          <ac:chgData name="Liladhar Nilesh Patwardhan" userId="85becd7f-5624-4113-bdd6-a6ba0213ee98" providerId="ADAL" clId="{D7D8B2CE-27D9-504A-9D00-F39CA77EC0C4}" dt="2025-11-24T13:59:25.562" v="570" actId="26606"/>
          <ac:spMkLst>
            <pc:docMk/>
            <pc:sldMk cId="1079325673" sldId="258"/>
            <ac:spMk id="66" creationId="{B10BB131-AC8E-4A8E-A5D1-36260F720C3B}"/>
          </ac:spMkLst>
        </pc:spChg>
        <pc:spChg chg="add">
          <ac:chgData name="Liladhar Nilesh Patwardhan" userId="85becd7f-5624-4113-bdd6-a6ba0213ee98" providerId="ADAL" clId="{D7D8B2CE-27D9-504A-9D00-F39CA77EC0C4}" dt="2025-11-24T13:59:25.562" v="570" actId="26606"/>
          <ac:spMkLst>
            <pc:docMk/>
            <pc:sldMk cId="1079325673" sldId="258"/>
            <ac:spMk id="67" creationId="{14847E93-7DC1-4D4B-8829-B19AA7137C50}"/>
          </ac:spMkLst>
        </pc:spChg>
        <pc:spChg chg="add">
          <ac:chgData name="Liladhar Nilesh Patwardhan" userId="85becd7f-5624-4113-bdd6-a6ba0213ee98" providerId="ADAL" clId="{D7D8B2CE-27D9-504A-9D00-F39CA77EC0C4}" dt="2025-11-24T13:59:25.562" v="570" actId="26606"/>
          <ac:spMkLst>
            <pc:docMk/>
            <pc:sldMk cId="1079325673" sldId="258"/>
            <ac:spMk id="71" creationId="{2D2964BB-484D-45AE-AD66-D407D0629652}"/>
          </ac:spMkLst>
        </pc:spChg>
        <pc:spChg chg="add">
          <ac:chgData name="Liladhar Nilesh Patwardhan" userId="85becd7f-5624-4113-bdd6-a6ba0213ee98" providerId="ADAL" clId="{D7D8B2CE-27D9-504A-9D00-F39CA77EC0C4}" dt="2025-11-24T13:59:25.562" v="570" actId="26606"/>
          <ac:spMkLst>
            <pc:docMk/>
            <pc:sldMk cId="1079325673" sldId="258"/>
            <ac:spMk id="72" creationId="{6691AC69-A76E-4DAB-B565-468B6B87ACF3}"/>
          </ac:spMkLst>
        </pc:spChg>
      </pc:sldChg>
      <pc:sldChg chg="add del modTransition">
        <pc:chgData name="Liladhar Nilesh Patwardhan" userId="85becd7f-5624-4113-bdd6-a6ba0213ee98" providerId="ADAL" clId="{D7D8B2CE-27D9-504A-9D00-F39CA77EC0C4}" dt="2025-12-01T14:31:35.701" v="814" actId="2696"/>
        <pc:sldMkLst>
          <pc:docMk/>
          <pc:sldMk cId="0" sldId="259"/>
        </pc:sldMkLst>
      </pc:sldChg>
      <pc:sldChg chg="add ord modTransition">
        <pc:chgData name="Liladhar Nilesh Patwardhan" userId="85becd7f-5624-4113-bdd6-a6ba0213ee98" providerId="ADAL" clId="{D7D8B2CE-27D9-504A-9D00-F39CA77EC0C4}" dt="2025-12-01T12:31:33.113" v="811"/>
        <pc:sldMkLst>
          <pc:docMk/>
          <pc:sldMk cId="225080977" sldId="260"/>
        </pc:sldMkLst>
      </pc:sldChg>
      <pc:sldChg chg="add ord setBg">
        <pc:chgData name="Liladhar Nilesh Patwardhan" userId="85becd7f-5624-4113-bdd6-a6ba0213ee98" providerId="ADAL" clId="{D7D8B2CE-27D9-504A-9D00-F39CA77EC0C4}" dt="2025-11-28T15:40:53.053" v="766" actId="20578"/>
        <pc:sldMkLst>
          <pc:docMk/>
          <pc:sldMk cId="3403697946" sldId="262"/>
        </pc:sldMkLst>
      </pc:sldChg>
      <pc:sldChg chg="add modTransition">
        <pc:chgData name="Liladhar Nilesh Patwardhan" userId="85becd7f-5624-4113-bdd6-a6ba0213ee98" providerId="ADAL" clId="{D7D8B2CE-27D9-504A-9D00-F39CA77EC0C4}" dt="2025-12-01T12:30:56.489" v="806"/>
        <pc:sldMkLst>
          <pc:docMk/>
          <pc:sldMk cId="0" sldId="263"/>
        </pc:sldMkLst>
      </pc:sldChg>
      <pc:sldChg chg="add del modTransition">
        <pc:chgData name="Liladhar Nilesh Patwardhan" userId="85becd7f-5624-4113-bdd6-a6ba0213ee98" providerId="ADAL" clId="{D7D8B2CE-27D9-504A-9D00-F39CA77EC0C4}" dt="2025-12-01T13:55:17.202" v="813" actId="2696"/>
        <pc:sldMkLst>
          <pc:docMk/>
          <pc:sldMk cId="0" sldId="264"/>
        </pc:sldMkLst>
      </pc:sldChg>
      <pc:sldChg chg="add del">
        <pc:chgData name="Liladhar Nilesh Patwardhan" userId="85becd7f-5624-4113-bdd6-a6ba0213ee98" providerId="ADAL" clId="{D7D8B2CE-27D9-504A-9D00-F39CA77EC0C4}" dt="2025-12-01T14:32:36.511" v="816" actId="2696"/>
        <pc:sldMkLst>
          <pc:docMk/>
          <pc:sldMk cId="349954498" sldId="264"/>
        </pc:sldMkLst>
      </pc:sldChg>
      <pc:sldChg chg="new del">
        <pc:chgData name="Liladhar Nilesh Patwardhan" userId="85becd7f-5624-4113-bdd6-a6ba0213ee98" providerId="ADAL" clId="{D7D8B2CE-27D9-504A-9D00-F39CA77EC0C4}" dt="2025-12-01T12:27:59.983" v="800" actId="2696"/>
        <pc:sldMkLst>
          <pc:docMk/>
          <pc:sldMk cId="1035050537" sldId="264"/>
        </pc:sldMkLst>
      </pc:sldChg>
      <pc:sldChg chg="addSp delSp modSp add mod modTransition setBg addAnim">
        <pc:chgData name="Liladhar Nilesh Patwardhan" userId="85becd7f-5624-4113-bdd6-a6ba0213ee98" providerId="ADAL" clId="{D7D8B2CE-27D9-504A-9D00-F39CA77EC0C4}" dt="2025-12-01T14:56:53.028" v="855" actId="26606"/>
        <pc:sldMkLst>
          <pc:docMk/>
          <pc:sldMk cId="1099107384" sldId="264"/>
        </pc:sldMkLst>
        <pc:spChg chg="mod">
          <ac:chgData name="Liladhar Nilesh Patwardhan" userId="85becd7f-5624-4113-bdd6-a6ba0213ee98" providerId="ADAL" clId="{D7D8B2CE-27D9-504A-9D00-F39CA77EC0C4}" dt="2025-12-01T14:56:53.021" v="854" actId="26606"/>
          <ac:spMkLst>
            <pc:docMk/>
            <pc:sldMk cId="1099107384" sldId="264"/>
            <ac:spMk id="2" creationId="{676EC618-F0F1-4C3A-1774-C7A240D97587}"/>
          </ac:spMkLst>
        </pc:spChg>
        <pc:spChg chg="mod">
          <ac:chgData name="Liladhar Nilesh Patwardhan" userId="85becd7f-5624-4113-bdd6-a6ba0213ee98" providerId="ADAL" clId="{D7D8B2CE-27D9-504A-9D00-F39CA77EC0C4}" dt="2025-12-01T14:56:53.028" v="855" actId="26606"/>
          <ac:spMkLst>
            <pc:docMk/>
            <pc:sldMk cId="1099107384" sldId="264"/>
            <ac:spMk id="3" creationId="{5134AB88-D759-B605-975E-EF8BA49BB89A}"/>
          </ac:spMkLst>
        </pc:spChg>
        <pc:spChg chg="add del">
          <ac:chgData name="Liladhar Nilesh Patwardhan" userId="85becd7f-5624-4113-bdd6-a6ba0213ee98" providerId="ADAL" clId="{D7D8B2CE-27D9-504A-9D00-F39CA77EC0C4}" dt="2025-12-01T14:46:29.079" v="844" actId="26606"/>
          <ac:spMkLst>
            <pc:docMk/>
            <pc:sldMk cId="1099107384" sldId="264"/>
            <ac:spMk id="8" creationId="{8C790BE2-4E4F-4AAF-81A2-4A6F4885EBE6}"/>
          </ac:spMkLst>
        </pc:spChg>
        <pc:spChg chg="add del">
          <ac:chgData name="Liladhar Nilesh Patwardhan" userId="85becd7f-5624-4113-bdd6-a6ba0213ee98" providerId="ADAL" clId="{D7D8B2CE-27D9-504A-9D00-F39CA77EC0C4}" dt="2025-12-01T14:46:29.079" v="844" actId="26606"/>
          <ac:spMkLst>
            <pc:docMk/>
            <pc:sldMk cId="1099107384" sldId="264"/>
            <ac:spMk id="10" creationId="{D28B54C3-B57B-472A-B96E-1FCB67093DC2}"/>
          </ac:spMkLst>
        </pc:spChg>
        <pc:spChg chg="add del">
          <ac:chgData name="Liladhar Nilesh Patwardhan" userId="85becd7f-5624-4113-bdd6-a6ba0213ee98" providerId="ADAL" clId="{D7D8B2CE-27D9-504A-9D00-F39CA77EC0C4}" dt="2025-12-01T14:46:29.079" v="844" actId="26606"/>
          <ac:spMkLst>
            <pc:docMk/>
            <pc:sldMk cId="1099107384" sldId="264"/>
            <ac:spMk id="12" creationId="{7DB3C429-F8DA-49B9-AF84-21996FCF78B5}"/>
          </ac:spMkLst>
        </pc:spChg>
        <pc:spChg chg="add del">
          <ac:chgData name="Liladhar Nilesh Patwardhan" userId="85becd7f-5624-4113-bdd6-a6ba0213ee98" providerId="ADAL" clId="{D7D8B2CE-27D9-504A-9D00-F39CA77EC0C4}" dt="2025-12-01T14:46:29.071" v="843" actId="26606"/>
          <ac:spMkLst>
            <pc:docMk/>
            <pc:sldMk cId="1099107384" sldId="264"/>
            <ac:spMk id="14" creationId="{E12088DD-B1AD-40E0-8B86-1D87A2CCD9BE}"/>
          </ac:spMkLst>
        </pc:spChg>
        <pc:spChg chg="add del">
          <ac:chgData name="Liladhar Nilesh Patwardhan" userId="85becd7f-5624-4113-bdd6-a6ba0213ee98" providerId="ADAL" clId="{D7D8B2CE-27D9-504A-9D00-F39CA77EC0C4}" dt="2025-12-01T14:46:29.079" v="844" actId="26606"/>
          <ac:spMkLst>
            <pc:docMk/>
            <pc:sldMk cId="1099107384" sldId="264"/>
            <ac:spMk id="16" creationId="{C4C9F2B0-1044-46EB-8AEB-C3BFFDE6C2CC}"/>
          </ac:spMkLst>
        </pc:spChg>
        <pc:spChg chg="add del">
          <ac:chgData name="Liladhar Nilesh Patwardhan" userId="85becd7f-5624-4113-bdd6-a6ba0213ee98" providerId="ADAL" clId="{D7D8B2CE-27D9-504A-9D00-F39CA77EC0C4}" dt="2025-12-01T14:46:29.071" v="843" actId="26606"/>
          <ac:spMkLst>
            <pc:docMk/>
            <pc:sldMk cId="1099107384" sldId="264"/>
            <ac:spMk id="18" creationId="{0C395952-4E26-45A2-8756-2ADFD6E53C6E}"/>
          </ac:spMkLst>
        </pc:spChg>
        <pc:spChg chg="add del">
          <ac:chgData name="Liladhar Nilesh Patwardhan" userId="85becd7f-5624-4113-bdd6-a6ba0213ee98" providerId="ADAL" clId="{D7D8B2CE-27D9-504A-9D00-F39CA77EC0C4}" dt="2025-12-01T14:46:29.079" v="844" actId="26606"/>
          <ac:spMkLst>
            <pc:docMk/>
            <pc:sldMk cId="1099107384" sldId="264"/>
            <ac:spMk id="20" creationId="{4734BADF-9461-4621-B112-2D7BABEA7DD0}"/>
          </ac:spMkLst>
        </pc:spChg>
        <pc:spChg chg="add del">
          <ac:chgData name="Liladhar Nilesh Patwardhan" userId="85becd7f-5624-4113-bdd6-a6ba0213ee98" providerId="ADAL" clId="{D7D8B2CE-27D9-504A-9D00-F39CA77EC0C4}" dt="2025-12-01T14:46:08.342" v="829" actId="26606"/>
          <ac:spMkLst>
            <pc:docMk/>
            <pc:sldMk cId="1099107384" sldId="264"/>
            <ac:spMk id="25" creationId="{6F5A5072-7B47-4D32-B52A-4EBBF590B8A5}"/>
          </ac:spMkLst>
        </pc:spChg>
        <pc:spChg chg="add del">
          <ac:chgData name="Liladhar Nilesh Patwardhan" userId="85becd7f-5624-4113-bdd6-a6ba0213ee98" providerId="ADAL" clId="{D7D8B2CE-27D9-504A-9D00-F39CA77EC0C4}" dt="2025-12-01T14:46:29.071" v="843" actId="26606"/>
          <ac:spMkLst>
            <pc:docMk/>
            <pc:sldMk cId="1099107384" sldId="264"/>
            <ac:spMk id="26" creationId="{C7D023E4-8DE1-436E-9847-ED6A4B4B04FD}"/>
          </ac:spMkLst>
        </pc:spChg>
        <pc:spChg chg="add del">
          <ac:chgData name="Liladhar Nilesh Patwardhan" userId="85becd7f-5624-4113-bdd6-a6ba0213ee98" providerId="ADAL" clId="{D7D8B2CE-27D9-504A-9D00-F39CA77EC0C4}" dt="2025-12-01T14:46:08.342" v="829" actId="26606"/>
          <ac:spMkLst>
            <pc:docMk/>
            <pc:sldMk cId="1099107384" sldId="264"/>
            <ac:spMk id="27" creationId="{9715DAF0-AE1B-46C9-8A6B-DB2AA05AB91D}"/>
          </ac:spMkLst>
        </pc:spChg>
        <pc:spChg chg="add del">
          <ac:chgData name="Liladhar Nilesh Patwardhan" userId="85becd7f-5624-4113-bdd6-a6ba0213ee98" providerId="ADAL" clId="{D7D8B2CE-27D9-504A-9D00-F39CA77EC0C4}" dt="2025-12-01T14:46:08.342" v="829" actId="26606"/>
          <ac:spMkLst>
            <pc:docMk/>
            <pc:sldMk cId="1099107384" sldId="264"/>
            <ac:spMk id="29" creationId="{6016219D-510E-4184-9090-6D5578A87BD1}"/>
          </ac:spMkLst>
        </pc:spChg>
        <pc:spChg chg="add del">
          <ac:chgData name="Liladhar Nilesh Patwardhan" userId="85becd7f-5624-4113-bdd6-a6ba0213ee98" providerId="ADAL" clId="{D7D8B2CE-27D9-504A-9D00-F39CA77EC0C4}" dt="2025-12-01T14:46:29.071" v="843" actId="26606"/>
          <ac:spMkLst>
            <pc:docMk/>
            <pc:sldMk cId="1099107384" sldId="264"/>
            <ac:spMk id="30" creationId="{8B1B3E66-23F5-436C-A0C1-32A666D2800D}"/>
          </ac:spMkLst>
        </pc:spChg>
        <pc:spChg chg="add del">
          <ac:chgData name="Liladhar Nilesh Patwardhan" userId="85becd7f-5624-4113-bdd6-a6ba0213ee98" providerId="ADAL" clId="{D7D8B2CE-27D9-504A-9D00-F39CA77EC0C4}" dt="2025-12-01T14:46:08.342" v="829" actId="26606"/>
          <ac:spMkLst>
            <pc:docMk/>
            <pc:sldMk cId="1099107384" sldId="264"/>
            <ac:spMk id="31" creationId="{AFF4A713-7B75-4B21-90D7-5AB19547C728}"/>
          </ac:spMkLst>
        </pc:spChg>
        <pc:spChg chg="add del">
          <ac:chgData name="Liladhar Nilesh Patwardhan" userId="85becd7f-5624-4113-bdd6-a6ba0213ee98" providerId="ADAL" clId="{D7D8B2CE-27D9-504A-9D00-F39CA77EC0C4}" dt="2025-12-01T14:46:08.342" v="829" actId="26606"/>
          <ac:spMkLst>
            <pc:docMk/>
            <pc:sldMk cId="1099107384" sldId="264"/>
            <ac:spMk id="35" creationId="{C29501E6-A978-4A61-9689-9085AF97A53A}"/>
          </ac:spMkLst>
        </pc:spChg>
        <pc:spChg chg="del">
          <ac:chgData name="Liladhar Nilesh Patwardhan" userId="85becd7f-5624-4113-bdd6-a6ba0213ee98" providerId="ADAL" clId="{D7D8B2CE-27D9-504A-9D00-F39CA77EC0C4}" dt="2025-12-01T14:46:08.797" v="831" actId="26606"/>
          <ac:spMkLst>
            <pc:docMk/>
            <pc:sldMk cId="1099107384" sldId="264"/>
            <ac:spMk id="37" creationId="{B5A1B09C-1565-46F8-B70F-621C5EB48A09}"/>
          </ac:spMkLst>
        </pc:spChg>
        <pc:spChg chg="add del">
          <ac:chgData name="Liladhar Nilesh Patwardhan" userId="85becd7f-5624-4113-bdd6-a6ba0213ee98" providerId="ADAL" clId="{D7D8B2CE-27D9-504A-9D00-F39CA77EC0C4}" dt="2025-12-01T14:46:08.797" v="831" actId="26606"/>
          <ac:spMkLst>
            <pc:docMk/>
            <pc:sldMk cId="1099107384" sldId="264"/>
            <ac:spMk id="38" creationId="{577D6B2E-37A3-429E-A37C-F30ED6487282}"/>
          </ac:spMkLst>
        </pc:spChg>
        <pc:spChg chg="add del">
          <ac:chgData name="Liladhar Nilesh Patwardhan" userId="85becd7f-5624-4113-bdd6-a6ba0213ee98" providerId="ADAL" clId="{D7D8B2CE-27D9-504A-9D00-F39CA77EC0C4}" dt="2025-12-01T14:46:08.797" v="831" actId="26606"/>
          <ac:spMkLst>
            <pc:docMk/>
            <pc:sldMk cId="1099107384" sldId="264"/>
            <ac:spMk id="41" creationId="{FA33EEAE-15D5-4119-8C1E-89D943F911EF}"/>
          </ac:spMkLst>
        </pc:spChg>
        <pc:spChg chg="add del">
          <ac:chgData name="Liladhar Nilesh Patwardhan" userId="85becd7f-5624-4113-bdd6-a6ba0213ee98" providerId="ADAL" clId="{D7D8B2CE-27D9-504A-9D00-F39CA77EC0C4}" dt="2025-12-01T14:46:08.797" v="831" actId="26606"/>
          <ac:spMkLst>
            <pc:docMk/>
            <pc:sldMk cId="1099107384" sldId="264"/>
            <ac:spMk id="43" creationId="{1064D5D5-227B-4F66-9AEA-46F570E793BD}"/>
          </ac:spMkLst>
        </pc:spChg>
        <pc:spChg chg="add del">
          <ac:chgData name="Liladhar Nilesh Patwardhan" userId="85becd7f-5624-4113-bdd6-a6ba0213ee98" providerId="ADAL" clId="{D7D8B2CE-27D9-504A-9D00-F39CA77EC0C4}" dt="2025-12-01T14:46:08.797" v="831" actId="26606"/>
          <ac:spMkLst>
            <pc:docMk/>
            <pc:sldMk cId="1099107384" sldId="264"/>
            <ac:spMk id="44" creationId="{646B67A4-D328-4747-A82B-65E84FA46368}"/>
          </ac:spMkLst>
        </pc:spChg>
        <pc:spChg chg="add del">
          <ac:chgData name="Liladhar Nilesh Patwardhan" userId="85becd7f-5624-4113-bdd6-a6ba0213ee98" providerId="ADAL" clId="{D7D8B2CE-27D9-504A-9D00-F39CA77EC0C4}" dt="2025-12-01T14:46:10.412" v="833" actId="26606"/>
          <ac:spMkLst>
            <pc:docMk/>
            <pc:sldMk cId="1099107384" sldId="264"/>
            <ac:spMk id="46" creationId="{787F4F1C-8D3D-4EC1-B72D-A0470A5A08B8}"/>
          </ac:spMkLst>
        </pc:spChg>
        <pc:spChg chg="add del">
          <ac:chgData name="Liladhar Nilesh Patwardhan" userId="85becd7f-5624-4113-bdd6-a6ba0213ee98" providerId="ADAL" clId="{D7D8B2CE-27D9-504A-9D00-F39CA77EC0C4}" dt="2025-12-01T14:46:17.674" v="835" actId="26606"/>
          <ac:spMkLst>
            <pc:docMk/>
            <pc:sldMk cId="1099107384" sldId="264"/>
            <ac:spMk id="52" creationId="{FFD48BC7-DC40-47DE-87EE-9F4B6ECB9ABB}"/>
          </ac:spMkLst>
        </pc:spChg>
        <pc:spChg chg="add del">
          <ac:chgData name="Liladhar Nilesh Patwardhan" userId="85becd7f-5624-4113-bdd6-a6ba0213ee98" providerId="ADAL" clId="{D7D8B2CE-27D9-504A-9D00-F39CA77EC0C4}" dt="2025-12-01T14:46:17.674" v="835" actId="26606"/>
          <ac:spMkLst>
            <pc:docMk/>
            <pc:sldMk cId="1099107384" sldId="264"/>
            <ac:spMk id="53" creationId="{E502BBC7-2C76-46F3-BC24-5985BC13DB88}"/>
          </ac:spMkLst>
        </pc:spChg>
        <pc:spChg chg="add del">
          <ac:chgData name="Liladhar Nilesh Patwardhan" userId="85becd7f-5624-4113-bdd6-a6ba0213ee98" providerId="ADAL" clId="{D7D8B2CE-27D9-504A-9D00-F39CA77EC0C4}" dt="2025-12-01T14:46:17.674" v="835" actId="26606"/>
          <ac:spMkLst>
            <pc:docMk/>
            <pc:sldMk cId="1099107384" sldId="264"/>
            <ac:spMk id="54" creationId="{C7F28D52-2A5F-4D23-81AE-7CB8B591C7AF}"/>
          </ac:spMkLst>
        </pc:spChg>
        <pc:spChg chg="add del">
          <ac:chgData name="Liladhar Nilesh Patwardhan" userId="85becd7f-5624-4113-bdd6-a6ba0213ee98" providerId="ADAL" clId="{D7D8B2CE-27D9-504A-9D00-F39CA77EC0C4}" dt="2025-12-01T14:46:17.674" v="835" actId="26606"/>
          <ac:spMkLst>
            <pc:docMk/>
            <pc:sldMk cId="1099107384" sldId="264"/>
            <ac:spMk id="55" creationId="{3629484E-3792-4B3D-89AD-7C8A1ED0E0D4}"/>
          </ac:spMkLst>
        </pc:spChg>
        <pc:spChg chg="add del">
          <ac:chgData name="Liladhar Nilesh Patwardhan" userId="85becd7f-5624-4113-bdd6-a6ba0213ee98" providerId="ADAL" clId="{D7D8B2CE-27D9-504A-9D00-F39CA77EC0C4}" dt="2025-12-01T14:46:21.558" v="837" actId="26606"/>
          <ac:spMkLst>
            <pc:docMk/>
            <pc:sldMk cId="1099107384" sldId="264"/>
            <ac:spMk id="59" creationId="{712D4376-A578-4FF1-94FC-245E7A6A489F}"/>
          </ac:spMkLst>
        </pc:spChg>
        <pc:spChg chg="add del">
          <ac:chgData name="Liladhar Nilesh Patwardhan" userId="85becd7f-5624-4113-bdd6-a6ba0213ee98" providerId="ADAL" clId="{D7D8B2CE-27D9-504A-9D00-F39CA77EC0C4}" dt="2025-12-01T14:46:21.558" v="837" actId="26606"/>
          <ac:spMkLst>
            <pc:docMk/>
            <pc:sldMk cId="1099107384" sldId="264"/>
            <ac:spMk id="60" creationId="{AEA7509D-F04F-40CB-A0B3-EEF16499CC9F}"/>
          </ac:spMkLst>
        </pc:spChg>
        <pc:spChg chg="add del">
          <ac:chgData name="Liladhar Nilesh Patwardhan" userId="85becd7f-5624-4113-bdd6-a6ba0213ee98" providerId="ADAL" clId="{D7D8B2CE-27D9-504A-9D00-F39CA77EC0C4}" dt="2025-12-01T14:46:21.558" v="837" actId="26606"/>
          <ac:spMkLst>
            <pc:docMk/>
            <pc:sldMk cId="1099107384" sldId="264"/>
            <ac:spMk id="63" creationId="{3FBAD350-5664-4811-A208-657FB882D350}"/>
          </ac:spMkLst>
        </pc:spChg>
        <pc:spChg chg="add del">
          <ac:chgData name="Liladhar Nilesh Patwardhan" userId="85becd7f-5624-4113-bdd6-a6ba0213ee98" providerId="ADAL" clId="{D7D8B2CE-27D9-504A-9D00-F39CA77EC0C4}" dt="2025-12-01T14:46:22.814" v="839" actId="26606"/>
          <ac:spMkLst>
            <pc:docMk/>
            <pc:sldMk cId="1099107384" sldId="264"/>
            <ac:spMk id="66" creationId="{C7D023E4-8DE1-436E-9847-ED6A4B4B04FD}"/>
          </ac:spMkLst>
        </pc:spChg>
        <pc:spChg chg="add del">
          <ac:chgData name="Liladhar Nilesh Patwardhan" userId="85becd7f-5624-4113-bdd6-a6ba0213ee98" providerId="ADAL" clId="{D7D8B2CE-27D9-504A-9D00-F39CA77EC0C4}" dt="2025-12-01T14:46:23.542" v="841" actId="26606"/>
          <ac:spMkLst>
            <pc:docMk/>
            <pc:sldMk cId="1099107384" sldId="264"/>
            <ac:spMk id="76" creationId="{C5CB530E-515E-412C-9DF1-5F8FFBD6F383}"/>
          </ac:spMkLst>
        </pc:spChg>
        <pc:spChg chg="add del">
          <ac:chgData name="Liladhar Nilesh Patwardhan" userId="85becd7f-5624-4113-bdd6-a6ba0213ee98" providerId="ADAL" clId="{D7D8B2CE-27D9-504A-9D00-F39CA77EC0C4}" dt="2025-12-01T14:46:23.542" v="841" actId="26606"/>
          <ac:spMkLst>
            <pc:docMk/>
            <pc:sldMk cId="1099107384" sldId="264"/>
            <ac:spMk id="77" creationId="{712D4376-A578-4FF1-94FC-245E7A6A489F}"/>
          </ac:spMkLst>
        </pc:spChg>
        <pc:spChg chg="add del">
          <ac:chgData name="Liladhar Nilesh Patwardhan" userId="85becd7f-5624-4113-bdd6-a6ba0213ee98" providerId="ADAL" clId="{D7D8B2CE-27D9-504A-9D00-F39CA77EC0C4}" dt="2025-12-01T14:46:23.542" v="841" actId="26606"/>
          <ac:spMkLst>
            <pc:docMk/>
            <pc:sldMk cId="1099107384" sldId="264"/>
            <ac:spMk id="78" creationId="{AEA7509D-F04F-40CB-A0B3-EEF16499CC9F}"/>
          </ac:spMkLst>
        </pc:spChg>
        <pc:spChg chg="add del">
          <ac:chgData name="Liladhar Nilesh Patwardhan" userId="85becd7f-5624-4113-bdd6-a6ba0213ee98" providerId="ADAL" clId="{D7D8B2CE-27D9-504A-9D00-F39CA77EC0C4}" dt="2025-12-01T14:46:23.542" v="841" actId="26606"/>
          <ac:spMkLst>
            <pc:docMk/>
            <pc:sldMk cId="1099107384" sldId="264"/>
            <ac:spMk id="80" creationId="{508BEF50-7B1E-49A4-BC19-5F4F1D755E64}"/>
          </ac:spMkLst>
        </pc:spChg>
        <pc:spChg chg="add del">
          <ac:chgData name="Liladhar Nilesh Patwardhan" userId="85becd7f-5624-4113-bdd6-a6ba0213ee98" providerId="ADAL" clId="{D7D8B2CE-27D9-504A-9D00-F39CA77EC0C4}" dt="2025-12-01T14:46:23.542" v="841" actId="26606"/>
          <ac:spMkLst>
            <pc:docMk/>
            <pc:sldMk cId="1099107384" sldId="264"/>
            <ac:spMk id="81" creationId="{3FBAD350-5664-4811-A208-657FB882D350}"/>
          </ac:spMkLst>
        </pc:spChg>
        <pc:spChg chg="add del">
          <ac:chgData name="Liladhar Nilesh Patwardhan" userId="85becd7f-5624-4113-bdd6-a6ba0213ee98" providerId="ADAL" clId="{D7D8B2CE-27D9-504A-9D00-F39CA77EC0C4}" dt="2025-12-01T14:46:23.542" v="841" actId="26606"/>
          <ac:spMkLst>
            <pc:docMk/>
            <pc:sldMk cId="1099107384" sldId="264"/>
            <ac:spMk id="82" creationId="{C39ADB8F-D187-49D7-BDCF-C1B6DC727068}"/>
          </ac:spMkLst>
        </pc:spChg>
        <pc:spChg chg="add del">
          <ac:chgData name="Liladhar Nilesh Patwardhan" userId="85becd7f-5624-4113-bdd6-a6ba0213ee98" providerId="ADAL" clId="{D7D8B2CE-27D9-504A-9D00-F39CA77EC0C4}" dt="2025-12-01T14:56:53.028" v="855" actId="26606"/>
          <ac:spMkLst>
            <pc:docMk/>
            <pc:sldMk cId="1099107384" sldId="264"/>
            <ac:spMk id="90" creationId="{0E30439A-8A5B-46EC-8283-9B6B031D40D0}"/>
          </ac:spMkLst>
        </pc:spChg>
        <pc:spChg chg="add del">
          <ac:chgData name="Liladhar Nilesh Patwardhan" userId="85becd7f-5624-4113-bdd6-a6ba0213ee98" providerId="ADAL" clId="{D7D8B2CE-27D9-504A-9D00-F39CA77EC0C4}" dt="2025-12-01T14:56:53.028" v="855" actId="26606"/>
          <ac:spMkLst>
            <pc:docMk/>
            <pc:sldMk cId="1099107384" sldId="264"/>
            <ac:spMk id="91" creationId="{5CEAD642-85CF-4750-8432-7C80C901F001}"/>
          </ac:spMkLst>
        </pc:spChg>
        <pc:spChg chg="add del">
          <ac:chgData name="Liladhar Nilesh Patwardhan" userId="85becd7f-5624-4113-bdd6-a6ba0213ee98" providerId="ADAL" clId="{D7D8B2CE-27D9-504A-9D00-F39CA77EC0C4}" dt="2025-12-01T14:56:53.028" v="855" actId="26606"/>
          <ac:spMkLst>
            <pc:docMk/>
            <pc:sldMk cId="1099107384" sldId="264"/>
            <ac:spMk id="92" creationId="{FA33EEAE-15D5-4119-8C1E-89D943F911EF}"/>
          </ac:spMkLst>
        </pc:spChg>
        <pc:spChg chg="add del">
          <ac:chgData name="Liladhar Nilesh Patwardhan" userId="85becd7f-5624-4113-bdd6-a6ba0213ee98" providerId="ADAL" clId="{D7D8B2CE-27D9-504A-9D00-F39CA77EC0C4}" dt="2025-12-01T14:56:53.021" v="854" actId="26606"/>
          <ac:spMkLst>
            <pc:docMk/>
            <pc:sldMk cId="1099107384" sldId="264"/>
            <ac:spMk id="93" creationId="{730D8B3B-9B80-4025-B934-26DC7D7CD231}"/>
          </ac:spMkLst>
        </pc:spChg>
        <pc:spChg chg="add del">
          <ac:chgData name="Liladhar Nilesh Patwardhan" userId="85becd7f-5624-4113-bdd6-a6ba0213ee98" providerId="ADAL" clId="{D7D8B2CE-27D9-504A-9D00-F39CA77EC0C4}" dt="2025-12-01T14:56:53.021" v="854" actId="26606"/>
          <ac:spMkLst>
            <pc:docMk/>
            <pc:sldMk cId="1099107384" sldId="264"/>
            <ac:spMk id="94" creationId="{B5A1B09C-1565-46F8-B70F-621C5EB48A09}"/>
          </ac:spMkLst>
        </pc:spChg>
        <pc:spChg chg="add del">
          <ac:chgData name="Liladhar Nilesh Patwardhan" userId="85becd7f-5624-4113-bdd6-a6ba0213ee98" providerId="ADAL" clId="{D7D8B2CE-27D9-504A-9D00-F39CA77EC0C4}" dt="2025-12-01T14:56:53.028" v="855" actId="26606"/>
          <ac:spMkLst>
            <pc:docMk/>
            <pc:sldMk cId="1099107384" sldId="264"/>
            <ac:spMk id="95" creationId="{8C516CC8-80AC-446C-A56E-9F54B7210402}"/>
          </ac:spMkLst>
        </pc:spChg>
        <pc:spChg chg="add del">
          <ac:chgData name="Liladhar Nilesh Patwardhan" userId="85becd7f-5624-4113-bdd6-a6ba0213ee98" providerId="ADAL" clId="{D7D8B2CE-27D9-504A-9D00-F39CA77EC0C4}" dt="2025-12-01T14:56:53.028" v="855" actId="26606"/>
          <ac:spMkLst>
            <pc:docMk/>
            <pc:sldMk cId="1099107384" sldId="264"/>
            <ac:spMk id="96" creationId="{53947E58-F088-49F1-A3D1-DEA690192E84}"/>
          </ac:spMkLst>
        </pc:spChg>
        <pc:spChg chg="add del">
          <ac:chgData name="Liladhar Nilesh Patwardhan" userId="85becd7f-5624-4113-bdd6-a6ba0213ee98" providerId="ADAL" clId="{D7D8B2CE-27D9-504A-9D00-F39CA77EC0C4}" dt="2025-12-01T14:56:45.582" v="848" actId="26606"/>
          <ac:spMkLst>
            <pc:docMk/>
            <pc:sldMk cId="1099107384" sldId="264"/>
            <ac:spMk id="101" creationId="{36DD9A1B-23F2-4443-B0D4-00FF72D272EF}"/>
          </ac:spMkLst>
        </pc:spChg>
        <pc:spChg chg="add del">
          <ac:chgData name="Liladhar Nilesh Patwardhan" userId="85becd7f-5624-4113-bdd6-a6ba0213ee98" providerId="ADAL" clId="{D7D8B2CE-27D9-504A-9D00-F39CA77EC0C4}" dt="2025-12-01T14:56:45.582" v="848" actId="26606"/>
          <ac:spMkLst>
            <pc:docMk/>
            <pc:sldMk cId="1099107384" sldId="264"/>
            <ac:spMk id="103" creationId="{C5A69CBB-DA63-440A-B853-88D42A6FE404}"/>
          </ac:spMkLst>
        </pc:spChg>
        <pc:spChg chg="add del">
          <ac:chgData name="Liladhar Nilesh Patwardhan" userId="85becd7f-5624-4113-bdd6-a6ba0213ee98" providerId="ADAL" clId="{D7D8B2CE-27D9-504A-9D00-F39CA77EC0C4}" dt="2025-12-01T14:56:53.021" v="854" actId="26606"/>
          <ac:spMkLst>
            <pc:docMk/>
            <pc:sldMk cId="1099107384" sldId="264"/>
            <ac:spMk id="107" creationId="{AFF4A713-7B75-4B21-90D7-5AB19547C728}"/>
          </ac:spMkLst>
        </pc:spChg>
        <pc:spChg chg="add del">
          <ac:chgData name="Liladhar Nilesh Patwardhan" userId="85becd7f-5624-4113-bdd6-a6ba0213ee98" providerId="ADAL" clId="{D7D8B2CE-27D9-504A-9D00-F39CA77EC0C4}" dt="2025-12-01T14:56:48.875" v="850" actId="26606"/>
          <ac:spMkLst>
            <pc:docMk/>
            <pc:sldMk cId="1099107384" sldId="264"/>
            <ac:spMk id="109" creationId="{B5A1B09C-1565-46F8-B70F-621C5EB48A09}"/>
          </ac:spMkLst>
        </pc:spChg>
        <pc:spChg chg="add del">
          <ac:chgData name="Liladhar Nilesh Patwardhan" userId="85becd7f-5624-4113-bdd6-a6ba0213ee98" providerId="ADAL" clId="{D7D8B2CE-27D9-504A-9D00-F39CA77EC0C4}" dt="2025-12-01T14:56:48.875" v="850" actId="26606"/>
          <ac:spMkLst>
            <pc:docMk/>
            <pc:sldMk cId="1099107384" sldId="264"/>
            <ac:spMk id="110" creationId="{0E30439A-8A5B-46EC-8283-9B6B031D40D0}"/>
          </ac:spMkLst>
        </pc:spChg>
        <pc:spChg chg="add del">
          <ac:chgData name="Liladhar Nilesh Patwardhan" userId="85becd7f-5624-4113-bdd6-a6ba0213ee98" providerId="ADAL" clId="{D7D8B2CE-27D9-504A-9D00-F39CA77EC0C4}" dt="2025-12-01T14:56:48.875" v="850" actId="26606"/>
          <ac:spMkLst>
            <pc:docMk/>
            <pc:sldMk cId="1099107384" sldId="264"/>
            <ac:spMk id="111" creationId="{8C516CC8-80AC-446C-A56E-9F54B7210402}"/>
          </ac:spMkLst>
        </pc:spChg>
        <pc:spChg chg="add del">
          <ac:chgData name="Liladhar Nilesh Patwardhan" userId="85becd7f-5624-4113-bdd6-a6ba0213ee98" providerId="ADAL" clId="{D7D8B2CE-27D9-504A-9D00-F39CA77EC0C4}" dt="2025-12-01T14:56:48.875" v="850" actId="26606"/>
          <ac:spMkLst>
            <pc:docMk/>
            <pc:sldMk cId="1099107384" sldId="264"/>
            <ac:spMk id="112" creationId="{5CEAD642-85CF-4750-8432-7C80C901F001}"/>
          </ac:spMkLst>
        </pc:spChg>
        <pc:spChg chg="add del">
          <ac:chgData name="Liladhar Nilesh Patwardhan" userId="85becd7f-5624-4113-bdd6-a6ba0213ee98" providerId="ADAL" clId="{D7D8B2CE-27D9-504A-9D00-F39CA77EC0C4}" dt="2025-12-01T14:56:48.875" v="850" actId="26606"/>
          <ac:spMkLst>
            <pc:docMk/>
            <pc:sldMk cId="1099107384" sldId="264"/>
            <ac:spMk id="113" creationId="{53947E58-F088-49F1-A3D1-DEA690192E84}"/>
          </ac:spMkLst>
        </pc:spChg>
        <pc:spChg chg="add del">
          <ac:chgData name="Liladhar Nilesh Patwardhan" userId="85becd7f-5624-4113-bdd6-a6ba0213ee98" providerId="ADAL" clId="{D7D8B2CE-27D9-504A-9D00-F39CA77EC0C4}" dt="2025-12-01T14:56:48.875" v="850" actId="26606"/>
          <ac:spMkLst>
            <pc:docMk/>
            <pc:sldMk cId="1099107384" sldId="264"/>
            <ac:spMk id="114" creationId="{FA33EEAE-15D5-4119-8C1E-89D943F911EF}"/>
          </ac:spMkLst>
        </pc:spChg>
        <pc:spChg chg="add del">
          <ac:chgData name="Liladhar Nilesh Patwardhan" userId="85becd7f-5624-4113-bdd6-a6ba0213ee98" providerId="ADAL" clId="{D7D8B2CE-27D9-504A-9D00-F39CA77EC0C4}" dt="2025-12-01T14:56:48.875" v="850" actId="26606"/>
          <ac:spMkLst>
            <pc:docMk/>
            <pc:sldMk cId="1099107384" sldId="264"/>
            <ac:spMk id="115" creationId="{730D8B3B-9B80-4025-B934-26DC7D7CD231}"/>
          </ac:spMkLst>
        </pc:spChg>
        <pc:spChg chg="add del">
          <ac:chgData name="Liladhar Nilesh Patwardhan" userId="85becd7f-5624-4113-bdd6-a6ba0213ee98" providerId="ADAL" clId="{D7D8B2CE-27D9-504A-9D00-F39CA77EC0C4}" dt="2025-12-01T14:56:50.216" v="852" actId="26606"/>
          <ac:spMkLst>
            <pc:docMk/>
            <pc:sldMk cId="1099107384" sldId="264"/>
            <ac:spMk id="117" creationId="{FB5B0058-AF13-4859-B429-4EDDE2A26F7F}"/>
          </ac:spMkLst>
        </pc:spChg>
        <pc:spChg chg="add del">
          <ac:chgData name="Liladhar Nilesh Patwardhan" userId="85becd7f-5624-4113-bdd6-a6ba0213ee98" providerId="ADAL" clId="{D7D8B2CE-27D9-504A-9D00-F39CA77EC0C4}" dt="2025-12-01T14:56:53.021" v="854" actId="26606"/>
          <ac:spMkLst>
            <pc:docMk/>
            <pc:sldMk cId="1099107384" sldId="264"/>
            <ac:spMk id="121" creationId="{6F5A5072-7B47-4D32-B52A-4EBBF590B8A5}"/>
          </ac:spMkLst>
        </pc:spChg>
        <pc:spChg chg="add del">
          <ac:chgData name="Liladhar Nilesh Patwardhan" userId="85becd7f-5624-4113-bdd6-a6ba0213ee98" providerId="ADAL" clId="{D7D8B2CE-27D9-504A-9D00-F39CA77EC0C4}" dt="2025-12-01T14:56:53.021" v="854" actId="26606"/>
          <ac:spMkLst>
            <pc:docMk/>
            <pc:sldMk cId="1099107384" sldId="264"/>
            <ac:spMk id="122" creationId="{9715DAF0-AE1B-46C9-8A6B-DB2AA05AB91D}"/>
          </ac:spMkLst>
        </pc:spChg>
        <pc:spChg chg="add del">
          <ac:chgData name="Liladhar Nilesh Patwardhan" userId="85becd7f-5624-4113-bdd6-a6ba0213ee98" providerId="ADAL" clId="{D7D8B2CE-27D9-504A-9D00-F39CA77EC0C4}" dt="2025-12-01T14:56:53.021" v="854" actId="26606"/>
          <ac:spMkLst>
            <pc:docMk/>
            <pc:sldMk cId="1099107384" sldId="264"/>
            <ac:spMk id="123" creationId="{6016219D-510E-4184-9090-6D5578A87BD1}"/>
          </ac:spMkLst>
        </pc:spChg>
        <pc:spChg chg="add del">
          <ac:chgData name="Liladhar Nilesh Patwardhan" userId="85becd7f-5624-4113-bdd6-a6ba0213ee98" providerId="ADAL" clId="{D7D8B2CE-27D9-504A-9D00-F39CA77EC0C4}" dt="2025-12-01T14:56:53.021" v="854" actId="26606"/>
          <ac:spMkLst>
            <pc:docMk/>
            <pc:sldMk cId="1099107384" sldId="264"/>
            <ac:spMk id="124" creationId="{DC631C0B-6DA6-4E57-8231-CE32B3434A7E}"/>
          </ac:spMkLst>
        </pc:spChg>
        <pc:spChg chg="add">
          <ac:chgData name="Liladhar Nilesh Patwardhan" userId="85becd7f-5624-4113-bdd6-a6ba0213ee98" providerId="ADAL" clId="{D7D8B2CE-27D9-504A-9D00-F39CA77EC0C4}" dt="2025-12-01T14:56:53.028" v="855" actId="26606"/>
          <ac:spMkLst>
            <pc:docMk/>
            <pc:sldMk cId="1099107384" sldId="264"/>
            <ac:spMk id="128" creationId="{FD4AD0ED-45F1-4AB2-8C18-7DED238A0FC1}"/>
          </ac:spMkLst>
        </pc:spChg>
        <pc:spChg chg="add">
          <ac:chgData name="Liladhar Nilesh Patwardhan" userId="85becd7f-5624-4113-bdd6-a6ba0213ee98" providerId="ADAL" clId="{D7D8B2CE-27D9-504A-9D00-F39CA77EC0C4}" dt="2025-12-01T14:56:53.028" v="855" actId="26606"/>
          <ac:spMkLst>
            <pc:docMk/>
            <pc:sldMk cId="1099107384" sldId="264"/>
            <ac:spMk id="129" creationId="{B7430622-9855-482E-98A8-1FAECC90908E}"/>
          </ac:spMkLst>
        </pc:spChg>
        <pc:spChg chg="add">
          <ac:chgData name="Liladhar Nilesh Patwardhan" userId="85becd7f-5624-4113-bdd6-a6ba0213ee98" providerId="ADAL" clId="{D7D8B2CE-27D9-504A-9D00-F39CA77EC0C4}" dt="2025-12-01T14:56:53.028" v="855" actId="26606"/>
          <ac:spMkLst>
            <pc:docMk/>
            <pc:sldMk cId="1099107384" sldId="264"/>
            <ac:spMk id="135" creationId="{73162FBC-1EE8-4355-8B2B-CB9A5B4BD576}"/>
          </ac:spMkLst>
        </pc:spChg>
        <pc:spChg chg="add">
          <ac:chgData name="Liladhar Nilesh Patwardhan" userId="85becd7f-5624-4113-bdd6-a6ba0213ee98" providerId="ADAL" clId="{D7D8B2CE-27D9-504A-9D00-F39CA77EC0C4}" dt="2025-12-01T14:56:53.028" v="855" actId="26606"/>
          <ac:spMkLst>
            <pc:docMk/>
            <pc:sldMk cId="1099107384" sldId="264"/>
            <ac:spMk id="140" creationId="{26CE109B-4241-4CF1-B587-868774BB4464}"/>
          </ac:spMkLst>
        </pc:spChg>
      </pc:sldChg>
      <pc:sldChg chg="add del modTransition">
        <pc:chgData name="Liladhar Nilesh Patwardhan" userId="85becd7f-5624-4113-bdd6-a6ba0213ee98" providerId="ADAL" clId="{D7D8B2CE-27D9-504A-9D00-F39CA77EC0C4}" dt="2025-12-01T13:55:15.033" v="812" actId="2696"/>
        <pc:sldMkLst>
          <pc:docMk/>
          <pc:sldMk cId="0" sldId="265"/>
        </pc:sldMkLst>
      </pc:sldChg>
      <pc:sldChg chg="modSp add mod modTransition">
        <pc:chgData name="Liladhar Nilesh Patwardhan" userId="85becd7f-5624-4113-bdd6-a6ba0213ee98" providerId="ADAL" clId="{D7D8B2CE-27D9-504A-9D00-F39CA77EC0C4}" dt="2025-12-01T15:47:37.711" v="858"/>
        <pc:sldMkLst>
          <pc:docMk/>
          <pc:sldMk cId="4239664001" sldId="265"/>
        </pc:sldMkLst>
        <pc:spChg chg="mod">
          <ac:chgData name="Liladhar Nilesh Patwardhan" userId="85becd7f-5624-4113-bdd6-a6ba0213ee98" providerId="ADAL" clId="{D7D8B2CE-27D9-504A-9D00-F39CA77EC0C4}" dt="2025-12-01T15:47:24.658" v="857" actId="1076"/>
          <ac:spMkLst>
            <pc:docMk/>
            <pc:sldMk cId="4239664001" sldId="265"/>
            <ac:spMk id="30" creationId="{E900D2B1-7987-540B-0A05-BFB121C1AA82}"/>
          </ac:spMkLst>
        </pc:spChg>
        <pc:graphicFrameChg chg="mod">
          <ac:chgData name="Liladhar Nilesh Patwardhan" userId="85becd7f-5624-4113-bdd6-a6ba0213ee98" providerId="ADAL" clId="{D7D8B2CE-27D9-504A-9D00-F39CA77EC0C4}" dt="2025-12-01T15:47:37.711" v="858"/>
          <ac:graphicFrameMkLst>
            <pc:docMk/>
            <pc:sldMk cId="4239664001" sldId="265"/>
            <ac:graphicFrameMk id="2" creationId="{40A79703-8961-7985-1AFC-F0601DC5A6C2}"/>
          </ac:graphicFrameMkLst>
        </pc:graphicFrameChg>
      </pc:sldChg>
      <pc:sldChg chg="modSp add mod modTransition">
        <pc:chgData name="Liladhar Nilesh Patwardhan" userId="85becd7f-5624-4113-bdd6-a6ba0213ee98" providerId="ADAL" clId="{D7D8B2CE-27D9-504A-9D00-F39CA77EC0C4}" dt="2025-12-01T14:34:56.695" v="825"/>
        <pc:sldMkLst>
          <pc:docMk/>
          <pc:sldMk cId="2690552606" sldId="266"/>
        </pc:sldMkLst>
        <pc:spChg chg="mod">
          <ac:chgData name="Liladhar Nilesh Patwardhan" userId="85becd7f-5624-4113-bdd6-a6ba0213ee98" providerId="ADAL" clId="{D7D8B2CE-27D9-504A-9D00-F39CA77EC0C4}" dt="2025-12-01T14:34:34.333" v="823" actId="20577"/>
          <ac:spMkLst>
            <pc:docMk/>
            <pc:sldMk cId="2690552606" sldId="266"/>
            <ac:spMk id="2" creationId="{47ADED41-B0F0-C447-F894-2BF70C9054B5}"/>
          </ac:spMkLst>
        </pc:spChg>
      </pc:sldChg>
      <pc:sldChg chg="addSp delSp modSp add mod modTransition setBg delDesignElem">
        <pc:chgData name="Liladhar Nilesh Patwardhan" userId="85becd7f-5624-4113-bdd6-a6ba0213ee98" providerId="ADAL" clId="{D7D8B2CE-27D9-504A-9D00-F39CA77EC0C4}" dt="2025-12-01T16:15:26.959" v="867"/>
        <pc:sldMkLst>
          <pc:docMk/>
          <pc:sldMk cId="0" sldId="267"/>
        </pc:sldMkLst>
        <pc:spChg chg="mod">
          <ac:chgData name="Liladhar Nilesh Patwardhan" userId="85becd7f-5624-4113-bdd6-a6ba0213ee98" providerId="ADAL" clId="{D7D8B2CE-27D9-504A-9D00-F39CA77EC0C4}" dt="2025-12-01T16:15:15.809" v="865" actId="26606"/>
          <ac:spMkLst>
            <pc:docMk/>
            <pc:sldMk cId="0" sldId="267"/>
            <ac:spMk id="2" creationId="{00000000-0000-0000-0000-000000000000}"/>
          </ac:spMkLst>
        </pc:spChg>
        <pc:spChg chg="mod">
          <ac:chgData name="Liladhar Nilesh Patwardhan" userId="85becd7f-5624-4113-bdd6-a6ba0213ee98" providerId="ADAL" clId="{D7D8B2CE-27D9-504A-9D00-F39CA77EC0C4}" dt="2025-12-01T16:15:15.809" v="865" actId="26606"/>
          <ac:spMkLst>
            <pc:docMk/>
            <pc:sldMk cId="0" sldId="267"/>
            <ac:spMk id="3" creationId="{00000000-0000-0000-0000-000000000000}"/>
          </ac:spMkLst>
        </pc:spChg>
        <pc:spChg chg="add">
          <ac:chgData name="Liladhar Nilesh Patwardhan" userId="85becd7f-5624-4113-bdd6-a6ba0213ee98" providerId="ADAL" clId="{D7D8B2CE-27D9-504A-9D00-F39CA77EC0C4}" dt="2025-12-01T16:15:15.809" v="865" actId="26606"/>
          <ac:spMkLst>
            <pc:docMk/>
            <pc:sldMk cId="0" sldId="267"/>
            <ac:spMk id="5" creationId="{09588DA8-065E-4F6F-8EFD-43104AB2E0CF}"/>
          </ac:spMkLst>
        </pc:spChg>
        <pc:spChg chg="add">
          <ac:chgData name="Liladhar Nilesh Patwardhan" userId="85becd7f-5624-4113-bdd6-a6ba0213ee98" providerId="ADAL" clId="{D7D8B2CE-27D9-504A-9D00-F39CA77EC0C4}" dt="2025-12-01T16:15:15.809" v="865" actId="26606"/>
          <ac:spMkLst>
            <pc:docMk/>
            <pc:sldMk cId="0" sldId="267"/>
            <ac:spMk id="6" creationId="{C4285719-470E-454C-AF62-8323075F1F5B}"/>
          </ac:spMkLst>
        </pc:spChg>
        <pc:spChg chg="add">
          <ac:chgData name="Liladhar Nilesh Patwardhan" userId="85becd7f-5624-4113-bdd6-a6ba0213ee98" providerId="ADAL" clId="{D7D8B2CE-27D9-504A-9D00-F39CA77EC0C4}" dt="2025-12-01T16:15:15.809" v="865" actId="26606"/>
          <ac:spMkLst>
            <pc:docMk/>
            <pc:sldMk cId="0" sldId="267"/>
            <ac:spMk id="7" creationId="{CD9FE4EF-C4D8-49A0-B2FF-81D8DB7D8A24}"/>
          </ac:spMkLst>
        </pc:spChg>
        <pc:spChg chg="del">
          <ac:chgData name="Liladhar Nilesh Patwardhan" userId="85becd7f-5624-4113-bdd6-a6ba0213ee98" providerId="ADAL" clId="{D7D8B2CE-27D9-504A-9D00-F39CA77EC0C4}" dt="2025-12-01T16:14:31.513" v="860"/>
          <ac:spMkLst>
            <pc:docMk/>
            <pc:sldMk cId="0" sldId="267"/>
            <ac:spMk id="8" creationId="{18873D23-2DCF-4B31-A009-95721C06E8E1}"/>
          </ac:spMkLst>
        </pc:spChg>
        <pc:spChg chg="del">
          <ac:chgData name="Liladhar Nilesh Patwardhan" userId="85becd7f-5624-4113-bdd6-a6ba0213ee98" providerId="ADAL" clId="{D7D8B2CE-27D9-504A-9D00-F39CA77EC0C4}" dt="2025-12-01T16:14:31.513" v="860"/>
          <ac:spMkLst>
            <pc:docMk/>
            <pc:sldMk cId="0" sldId="267"/>
            <ac:spMk id="10" creationId="{C13EF075-D4EF-4929-ADBC-91B27DA19955}"/>
          </ac:spMkLst>
        </pc:spChg>
        <pc:spChg chg="add">
          <ac:chgData name="Liladhar Nilesh Patwardhan" userId="85becd7f-5624-4113-bdd6-a6ba0213ee98" providerId="ADAL" clId="{D7D8B2CE-27D9-504A-9D00-F39CA77EC0C4}" dt="2025-12-01T16:15:15.809" v="865" actId="26606"/>
          <ac:spMkLst>
            <pc:docMk/>
            <pc:sldMk cId="0" sldId="267"/>
            <ac:spMk id="14" creationId="{4300840D-0A0B-4512-BACA-B439D5B9C57C}"/>
          </ac:spMkLst>
        </pc:spChg>
        <pc:spChg chg="add">
          <ac:chgData name="Liladhar Nilesh Patwardhan" userId="85becd7f-5624-4113-bdd6-a6ba0213ee98" providerId="ADAL" clId="{D7D8B2CE-27D9-504A-9D00-F39CA77EC0C4}" dt="2025-12-01T16:15:15.809" v="865" actId="26606"/>
          <ac:spMkLst>
            <pc:docMk/>
            <pc:sldMk cId="0" sldId="267"/>
            <ac:spMk id="16" creationId="{D2B78728-A580-49A7-84F9-6EF6F583ADE0}"/>
          </ac:spMkLst>
        </pc:spChg>
        <pc:spChg chg="add">
          <ac:chgData name="Liladhar Nilesh Patwardhan" userId="85becd7f-5624-4113-bdd6-a6ba0213ee98" providerId="ADAL" clId="{D7D8B2CE-27D9-504A-9D00-F39CA77EC0C4}" dt="2025-12-01T16:15:15.809" v="865" actId="26606"/>
          <ac:spMkLst>
            <pc:docMk/>
            <pc:sldMk cId="0" sldId="267"/>
            <ac:spMk id="18" creationId="{38FAA1A1-D861-433F-88FA-1E9D6FD31D11}"/>
          </ac:spMkLst>
        </pc:spChg>
        <pc:spChg chg="add">
          <ac:chgData name="Liladhar Nilesh Patwardhan" userId="85becd7f-5624-4113-bdd6-a6ba0213ee98" providerId="ADAL" clId="{D7D8B2CE-27D9-504A-9D00-F39CA77EC0C4}" dt="2025-12-01T16:15:15.809" v="865" actId="26606"/>
          <ac:spMkLst>
            <pc:docMk/>
            <pc:sldMk cId="0" sldId="267"/>
            <ac:spMk id="20" creationId="{8D71EDA1-87BF-4D5D-AB79-F346FD19278A}"/>
          </ac:spMkLst>
        </pc:spChg>
        <pc:grpChg chg="del">
          <ac:chgData name="Liladhar Nilesh Patwardhan" userId="85becd7f-5624-4113-bdd6-a6ba0213ee98" providerId="ADAL" clId="{D7D8B2CE-27D9-504A-9D00-F39CA77EC0C4}" dt="2025-12-01T16:14:31.513" v="860"/>
          <ac:grpSpMkLst>
            <pc:docMk/>
            <pc:sldMk cId="0" sldId="267"/>
            <ac:grpSpMk id="12" creationId="{DAA26DFA-AAB2-4973-9C17-16D587C7B198}"/>
          </ac:grpSpMkLst>
        </pc:grpChg>
      </pc:sldChg>
      <pc:sldChg chg="addSp delSp modSp add mod modTransition setBg delDesignElem">
        <pc:chgData name="Liladhar Nilesh Patwardhan" userId="85becd7f-5624-4113-bdd6-a6ba0213ee98" providerId="ADAL" clId="{D7D8B2CE-27D9-504A-9D00-F39CA77EC0C4}" dt="2025-12-01T16:15:29.152" v="868"/>
        <pc:sldMkLst>
          <pc:docMk/>
          <pc:sldMk cId="0" sldId="268"/>
        </pc:sldMkLst>
        <pc:spChg chg="mod">
          <ac:chgData name="Liladhar Nilesh Patwardhan" userId="85becd7f-5624-4113-bdd6-a6ba0213ee98" providerId="ADAL" clId="{D7D8B2CE-27D9-504A-9D00-F39CA77EC0C4}" dt="2025-12-01T16:15:19.800" v="866" actId="26606"/>
          <ac:spMkLst>
            <pc:docMk/>
            <pc:sldMk cId="0" sldId="268"/>
            <ac:spMk id="2" creationId="{00000000-0000-0000-0000-000000000000}"/>
          </ac:spMkLst>
        </pc:spChg>
        <pc:spChg chg="mod">
          <ac:chgData name="Liladhar Nilesh Patwardhan" userId="85becd7f-5624-4113-bdd6-a6ba0213ee98" providerId="ADAL" clId="{D7D8B2CE-27D9-504A-9D00-F39CA77EC0C4}" dt="2025-12-01T16:15:19.800" v="866" actId="26606"/>
          <ac:spMkLst>
            <pc:docMk/>
            <pc:sldMk cId="0" sldId="268"/>
            <ac:spMk id="3" creationId="{00000000-0000-0000-0000-000000000000}"/>
          </ac:spMkLst>
        </pc:spChg>
        <pc:spChg chg="add">
          <ac:chgData name="Liladhar Nilesh Patwardhan" userId="85becd7f-5624-4113-bdd6-a6ba0213ee98" providerId="ADAL" clId="{D7D8B2CE-27D9-504A-9D00-F39CA77EC0C4}" dt="2025-12-01T16:15:19.800" v="866" actId="26606"/>
          <ac:spMkLst>
            <pc:docMk/>
            <pc:sldMk cId="0" sldId="268"/>
            <ac:spMk id="5" creationId="{09588DA8-065E-4F6F-8EFD-43104AB2E0CF}"/>
          </ac:spMkLst>
        </pc:spChg>
        <pc:spChg chg="add">
          <ac:chgData name="Liladhar Nilesh Patwardhan" userId="85becd7f-5624-4113-bdd6-a6ba0213ee98" providerId="ADAL" clId="{D7D8B2CE-27D9-504A-9D00-F39CA77EC0C4}" dt="2025-12-01T16:15:19.800" v="866" actId="26606"/>
          <ac:spMkLst>
            <pc:docMk/>
            <pc:sldMk cId="0" sldId="268"/>
            <ac:spMk id="6" creationId="{C4285719-470E-454C-AF62-8323075F1F5B}"/>
          </ac:spMkLst>
        </pc:spChg>
        <pc:spChg chg="add">
          <ac:chgData name="Liladhar Nilesh Patwardhan" userId="85becd7f-5624-4113-bdd6-a6ba0213ee98" providerId="ADAL" clId="{D7D8B2CE-27D9-504A-9D00-F39CA77EC0C4}" dt="2025-12-01T16:15:19.800" v="866" actId="26606"/>
          <ac:spMkLst>
            <pc:docMk/>
            <pc:sldMk cId="0" sldId="268"/>
            <ac:spMk id="7" creationId="{CD9FE4EF-C4D8-49A0-B2FF-81D8DB7D8A24}"/>
          </ac:spMkLst>
        </pc:spChg>
        <pc:spChg chg="del">
          <ac:chgData name="Liladhar Nilesh Patwardhan" userId="85becd7f-5624-4113-bdd6-a6ba0213ee98" providerId="ADAL" clId="{D7D8B2CE-27D9-504A-9D00-F39CA77EC0C4}" dt="2025-12-01T16:14:49.476" v="863"/>
          <ac:spMkLst>
            <pc:docMk/>
            <pc:sldMk cId="0" sldId="268"/>
            <ac:spMk id="8" creationId="{18873D23-2DCF-4B31-A009-95721C06E8E1}"/>
          </ac:spMkLst>
        </pc:spChg>
        <pc:spChg chg="del">
          <ac:chgData name="Liladhar Nilesh Patwardhan" userId="85becd7f-5624-4113-bdd6-a6ba0213ee98" providerId="ADAL" clId="{D7D8B2CE-27D9-504A-9D00-F39CA77EC0C4}" dt="2025-12-01T16:14:49.476" v="863"/>
          <ac:spMkLst>
            <pc:docMk/>
            <pc:sldMk cId="0" sldId="268"/>
            <ac:spMk id="10" creationId="{C13EF075-D4EF-4929-ADBC-91B27DA19955}"/>
          </ac:spMkLst>
        </pc:spChg>
        <pc:spChg chg="add">
          <ac:chgData name="Liladhar Nilesh Patwardhan" userId="85becd7f-5624-4113-bdd6-a6ba0213ee98" providerId="ADAL" clId="{D7D8B2CE-27D9-504A-9D00-F39CA77EC0C4}" dt="2025-12-01T16:15:19.800" v="866" actId="26606"/>
          <ac:spMkLst>
            <pc:docMk/>
            <pc:sldMk cId="0" sldId="268"/>
            <ac:spMk id="14" creationId="{4300840D-0A0B-4512-BACA-B439D5B9C57C}"/>
          </ac:spMkLst>
        </pc:spChg>
        <pc:spChg chg="add">
          <ac:chgData name="Liladhar Nilesh Patwardhan" userId="85becd7f-5624-4113-bdd6-a6ba0213ee98" providerId="ADAL" clId="{D7D8B2CE-27D9-504A-9D00-F39CA77EC0C4}" dt="2025-12-01T16:15:19.800" v="866" actId="26606"/>
          <ac:spMkLst>
            <pc:docMk/>
            <pc:sldMk cId="0" sldId="268"/>
            <ac:spMk id="16" creationId="{D2B78728-A580-49A7-84F9-6EF6F583ADE0}"/>
          </ac:spMkLst>
        </pc:spChg>
        <pc:spChg chg="add">
          <ac:chgData name="Liladhar Nilesh Patwardhan" userId="85becd7f-5624-4113-bdd6-a6ba0213ee98" providerId="ADAL" clId="{D7D8B2CE-27D9-504A-9D00-F39CA77EC0C4}" dt="2025-12-01T16:15:19.800" v="866" actId="26606"/>
          <ac:spMkLst>
            <pc:docMk/>
            <pc:sldMk cId="0" sldId="268"/>
            <ac:spMk id="18" creationId="{38FAA1A1-D861-433F-88FA-1E9D6FD31D11}"/>
          </ac:spMkLst>
        </pc:spChg>
        <pc:spChg chg="add">
          <ac:chgData name="Liladhar Nilesh Patwardhan" userId="85becd7f-5624-4113-bdd6-a6ba0213ee98" providerId="ADAL" clId="{D7D8B2CE-27D9-504A-9D00-F39CA77EC0C4}" dt="2025-12-01T16:15:19.800" v="866" actId="26606"/>
          <ac:spMkLst>
            <pc:docMk/>
            <pc:sldMk cId="0" sldId="268"/>
            <ac:spMk id="20" creationId="{8D71EDA1-87BF-4D5D-AB79-F346FD19278A}"/>
          </ac:spMkLst>
        </pc:spChg>
        <pc:grpChg chg="del">
          <ac:chgData name="Liladhar Nilesh Patwardhan" userId="85becd7f-5624-4113-bdd6-a6ba0213ee98" providerId="ADAL" clId="{D7D8B2CE-27D9-504A-9D00-F39CA77EC0C4}" dt="2025-12-01T16:14:49.476" v="863"/>
          <ac:grpSpMkLst>
            <pc:docMk/>
            <pc:sldMk cId="0" sldId="268"/>
            <ac:grpSpMk id="12" creationId="{DAA26DFA-AAB2-4973-9C17-16D587C7B198}"/>
          </ac:grpSpMkLst>
        </pc:gr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60728ED-8F81-4FC6-9559-4A0062180D1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6493DFF-3C8A-4CB5-B647-9530C28AADDE}">
      <dgm:prSet/>
      <dgm:spPr/>
      <dgm:t>
        <a:bodyPr/>
        <a:lstStyle/>
        <a:p>
          <a:r>
            <a:rPr lang="en-GB" b="1"/>
            <a:t>How It Works:</a:t>
          </a:r>
          <a:endParaRPr lang="en-US"/>
        </a:p>
      </dgm:t>
    </dgm:pt>
    <dgm:pt modelId="{7EAA4D9F-F20C-4B83-B0D5-8B7F0ED94F96}" type="parTrans" cxnId="{3A727A42-0BD4-46B6-AEC3-F9EC42D9F698}">
      <dgm:prSet/>
      <dgm:spPr/>
      <dgm:t>
        <a:bodyPr/>
        <a:lstStyle/>
        <a:p>
          <a:endParaRPr lang="en-US"/>
        </a:p>
      </dgm:t>
    </dgm:pt>
    <dgm:pt modelId="{4D5FC218-CB93-476D-8FEA-B1558BDE45F7}" type="sibTrans" cxnId="{3A727A42-0BD4-46B6-AEC3-F9EC42D9F698}">
      <dgm:prSet/>
      <dgm:spPr/>
      <dgm:t>
        <a:bodyPr/>
        <a:lstStyle/>
        <a:p>
          <a:endParaRPr lang="en-US"/>
        </a:p>
      </dgm:t>
    </dgm:pt>
    <dgm:pt modelId="{85738E10-568A-48F7-B815-BDA31C6F3B70}">
      <dgm:prSet/>
      <dgm:spPr/>
      <dgm:t>
        <a:bodyPr/>
        <a:lstStyle/>
        <a:p>
          <a:r>
            <a:rPr lang="en-GB"/>
            <a:t>18 FAQ entries with keyword patterns</a:t>
          </a:r>
          <a:endParaRPr lang="en-US"/>
        </a:p>
      </dgm:t>
    </dgm:pt>
    <dgm:pt modelId="{58169319-AD98-4F84-A602-5413DC8C5187}" type="parTrans" cxnId="{C223BC3B-FC97-4689-8E86-EE82FAA51163}">
      <dgm:prSet/>
      <dgm:spPr/>
      <dgm:t>
        <a:bodyPr/>
        <a:lstStyle/>
        <a:p>
          <a:endParaRPr lang="en-US"/>
        </a:p>
      </dgm:t>
    </dgm:pt>
    <dgm:pt modelId="{6D68918B-60B7-4643-9866-64285B86FF7F}" type="sibTrans" cxnId="{C223BC3B-FC97-4689-8E86-EE82FAA51163}">
      <dgm:prSet/>
      <dgm:spPr/>
      <dgm:t>
        <a:bodyPr/>
        <a:lstStyle/>
        <a:p>
          <a:endParaRPr lang="en-US"/>
        </a:p>
      </dgm:t>
    </dgm:pt>
    <dgm:pt modelId="{F2A22264-AE46-40DF-978C-904AC6CDC241}">
      <dgm:prSet/>
      <dgm:spPr/>
      <dgm:t>
        <a:bodyPr/>
        <a:lstStyle/>
        <a:p>
          <a:r>
            <a:rPr lang="en-GB"/>
            <a:t>Each entry has multiple trigger keywords</a:t>
          </a:r>
          <a:endParaRPr lang="en-US"/>
        </a:p>
      </dgm:t>
    </dgm:pt>
    <dgm:pt modelId="{94673A82-3BDB-4934-9E68-9B29AE95D984}" type="parTrans" cxnId="{4906570B-B369-4464-856A-23717ABADED2}">
      <dgm:prSet/>
      <dgm:spPr/>
      <dgm:t>
        <a:bodyPr/>
        <a:lstStyle/>
        <a:p>
          <a:endParaRPr lang="en-US"/>
        </a:p>
      </dgm:t>
    </dgm:pt>
    <dgm:pt modelId="{22627FAD-3F0F-46EE-9AF3-00D672923FC9}" type="sibTrans" cxnId="{4906570B-B369-4464-856A-23717ABADED2}">
      <dgm:prSet/>
      <dgm:spPr/>
      <dgm:t>
        <a:bodyPr/>
        <a:lstStyle/>
        <a:p>
          <a:endParaRPr lang="en-US"/>
        </a:p>
      </dgm:t>
    </dgm:pt>
    <dgm:pt modelId="{A4C2D44D-662B-4496-B2B6-DAFD5974A868}">
      <dgm:prSet/>
      <dgm:spPr/>
      <dgm:t>
        <a:bodyPr/>
        <a:lstStyle/>
        <a:p>
          <a:r>
            <a:rPr lang="en-GB"/>
            <a:t>Scoring algorithm calculates match confidence</a:t>
          </a:r>
          <a:endParaRPr lang="en-US"/>
        </a:p>
      </dgm:t>
    </dgm:pt>
    <dgm:pt modelId="{65958998-CAE2-438F-8D54-84D7113B443B}" type="parTrans" cxnId="{0EF83435-9836-434D-B472-4718328AAFFD}">
      <dgm:prSet/>
      <dgm:spPr/>
      <dgm:t>
        <a:bodyPr/>
        <a:lstStyle/>
        <a:p>
          <a:endParaRPr lang="en-US"/>
        </a:p>
      </dgm:t>
    </dgm:pt>
    <dgm:pt modelId="{F7F927E3-3FC5-4DD7-BAED-4E5804FB90C5}" type="sibTrans" cxnId="{0EF83435-9836-434D-B472-4718328AAFFD}">
      <dgm:prSet/>
      <dgm:spPr/>
      <dgm:t>
        <a:bodyPr/>
        <a:lstStyle/>
        <a:p>
          <a:endParaRPr lang="en-US"/>
        </a:p>
      </dgm:t>
    </dgm:pt>
    <dgm:pt modelId="{51F40D42-DD50-46F7-9D23-00924548BA2A}">
      <dgm:prSet/>
      <dgm:spPr/>
      <dgm:t>
        <a:bodyPr/>
        <a:lstStyle/>
        <a:p>
          <a:r>
            <a:rPr lang="en-GB"/>
            <a:t>Returns best match above threshold</a:t>
          </a:r>
          <a:endParaRPr lang="en-US"/>
        </a:p>
      </dgm:t>
    </dgm:pt>
    <dgm:pt modelId="{58080255-AA19-495F-8554-751BDE9AF178}" type="parTrans" cxnId="{4BF928B7-B5E0-4D14-8537-324D058EFFBA}">
      <dgm:prSet/>
      <dgm:spPr/>
      <dgm:t>
        <a:bodyPr/>
        <a:lstStyle/>
        <a:p>
          <a:endParaRPr lang="en-US"/>
        </a:p>
      </dgm:t>
    </dgm:pt>
    <dgm:pt modelId="{14601FEC-A658-443C-84E9-80F7D865767D}" type="sibTrans" cxnId="{4BF928B7-B5E0-4D14-8537-324D058EFFBA}">
      <dgm:prSet/>
      <dgm:spPr/>
      <dgm:t>
        <a:bodyPr/>
        <a:lstStyle/>
        <a:p>
          <a:endParaRPr lang="en-US"/>
        </a:p>
      </dgm:t>
    </dgm:pt>
    <dgm:pt modelId="{10EBA9C3-1B44-4CC7-A09B-874B45412C51}">
      <dgm:prSet/>
      <dgm:spPr/>
      <dgm:t>
        <a:bodyPr/>
        <a:lstStyle/>
        <a:p>
          <a:r>
            <a:rPr lang="en-GB" b="1"/>
            <a:t>Key Parameters:</a:t>
          </a:r>
          <a:endParaRPr lang="en-US"/>
        </a:p>
      </dgm:t>
    </dgm:pt>
    <dgm:pt modelId="{C3FA7E9C-3E40-44C0-9239-8396D7D9B1A9}" type="parTrans" cxnId="{1FE49724-48A8-4938-B5B9-5122F1D77356}">
      <dgm:prSet/>
      <dgm:spPr/>
      <dgm:t>
        <a:bodyPr/>
        <a:lstStyle/>
        <a:p>
          <a:endParaRPr lang="en-US"/>
        </a:p>
      </dgm:t>
    </dgm:pt>
    <dgm:pt modelId="{79F1B504-42D6-446B-9583-EED06F7EF469}" type="sibTrans" cxnId="{1FE49724-48A8-4938-B5B9-5122F1D77356}">
      <dgm:prSet/>
      <dgm:spPr/>
      <dgm:t>
        <a:bodyPr/>
        <a:lstStyle/>
        <a:p>
          <a:endParaRPr lang="en-US"/>
        </a:p>
      </dgm:t>
    </dgm:pt>
    <dgm:pt modelId="{FB15C79F-E9CD-4070-945C-1BB8655A23BF}">
      <dgm:prSet/>
      <dgm:spPr/>
      <dgm:t>
        <a:bodyPr/>
        <a:lstStyle/>
        <a:p>
          <a:r>
            <a:rPr lang="en-GB"/>
            <a:t>CONFIDENCE_THRESHOLD: 0.3</a:t>
          </a:r>
          <a:endParaRPr lang="en-US"/>
        </a:p>
      </dgm:t>
    </dgm:pt>
    <dgm:pt modelId="{F3ACEAAE-EB98-4032-A6DB-22FDCE2CB3A7}" type="parTrans" cxnId="{F2626BE1-4C81-4C28-AD9F-68A6F773B4C1}">
      <dgm:prSet/>
      <dgm:spPr/>
      <dgm:t>
        <a:bodyPr/>
        <a:lstStyle/>
        <a:p>
          <a:endParaRPr lang="en-US"/>
        </a:p>
      </dgm:t>
    </dgm:pt>
    <dgm:pt modelId="{D0EC8C9D-74EF-4FA8-9857-5C27AAD8986D}" type="sibTrans" cxnId="{F2626BE1-4C81-4C28-AD9F-68A6F773B4C1}">
      <dgm:prSet/>
      <dgm:spPr/>
      <dgm:t>
        <a:bodyPr/>
        <a:lstStyle/>
        <a:p>
          <a:endParaRPr lang="en-US"/>
        </a:p>
      </dgm:t>
    </dgm:pt>
    <dgm:pt modelId="{09342D72-F053-4193-9398-F988EBBA5BA9}">
      <dgm:prSet/>
      <dgm:spPr/>
      <dgm:t>
        <a:bodyPr/>
        <a:lstStyle/>
        <a:p>
          <a:r>
            <a:rPr lang="en-GB"/>
            <a:t>EXACT_MATCH_BONUS: 0.5</a:t>
          </a:r>
          <a:endParaRPr lang="en-US"/>
        </a:p>
      </dgm:t>
    </dgm:pt>
    <dgm:pt modelId="{113E095C-49AA-432F-952D-94AC66359C6B}" type="parTrans" cxnId="{E35FF6A3-AA39-40BD-8E35-CB8BDA52EDDE}">
      <dgm:prSet/>
      <dgm:spPr/>
      <dgm:t>
        <a:bodyPr/>
        <a:lstStyle/>
        <a:p>
          <a:endParaRPr lang="en-US"/>
        </a:p>
      </dgm:t>
    </dgm:pt>
    <dgm:pt modelId="{D8192B99-03A7-40BF-ADE1-267B03D3112A}" type="sibTrans" cxnId="{E35FF6A3-AA39-40BD-8E35-CB8BDA52EDDE}">
      <dgm:prSet/>
      <dgm:spPr/>
      <dgm:t>
        <a:bodyPr/>
        <a:lstStyle/>
        <a:p>
          <a:endParaRPr lang="en-US"/>
        </a:p>
      </dgm:t>
    </dgm:pt>
    <dgm:pt modelId="{C0F68DE1-B839-4658-BED2-72708C5FC50B}">
      <dgm:prSet/>
      <dgm:spPr/>
      <dgm:t>
        <a:bodyPr/>
        <a:lstStyle/>
        <a:p>
          <a:r>
            <a:rPr lang="en-GB"/>
            <a:t>ALLOW_PARTIAL_MATCHING: True</a:t>
          </a:r>
          <a:endParaRPr lang="en-US"/>
        </a:p>
      </dgm:t>
    </dgm:pt>
    <dgm:pt modelId="{D7A7C92C-D763-4EDD-8F76-7AF211AF9F0E}" type="parTrans" cxnId="{7DA2C106-69CE-47C2-9A92-276ECDAB57B0}">
      <dgm:prSet/>
      <dgm:spPr/>
      <dgm:t>
        <a:bodyPr/>
        <a:lstStyle/>
        <a:p>
          <a:endParaRPr lang="en-US"/>
        </a:p>
      </dgm:t>
    </dgm:pt>
    <dgm:pt modelId="{6DCFB7A1-99A8-407A-934F-09E832F74A6E}" type="sibTrans" cxnId="{7DA2C106-69CE-47C2-9A92-276ECDAB57B0}">
      <dgm:prSet/>
      <dgm:spPr/>
      <dgm:t>
        <a:bodyPr/>
        <a:lstStyle/>
        <a:p>
          <a:endParaRPr lang="en-US"/>
        </a:p>
      </dgm:t>
    </dgm:pt>
    <dgm:pt modelId="{FB774F1E-D310-43B0-B598-A9058597DC65}">
      <dgm:prSet/>
      <dgm:spPr/>
      <dgm:t>
        <a:bodyPr/>
        <a:lstStyle/>
        <a:p>
          <a:r>
            <a:rPr lang="en-GB"/>
            <a:t>MIN_WORD_LENGTH: 3</a:t>
          </a:r>
          <a:endParaRPr lang="en-US"/>
        </a:p>
      </dgm:t>
    </dgm:pt>
    <dgm:pt modelId="{0ECA6203-27C9-432B-99DE-4AC02E5A0D85}" type="parTrans" cxnId="{4A048A63-3440-4FCA-BF15-99AE2C8DFA2B}">
      <dgm:prSet/>
      <dgm:spPr/>
      <dgm:t>
        <a:bodyPr/>
        <a:lstStyle/>
        <a:p>
          <a:endParaRPr lang="en-US"/>
        </a:p>
      </dgm:t>
    </dgm:pt>
    <dgm:pt modelId="{2D3A87F1-D166-4E42-BF11-5E437279D9FF}" type="sibTrans" cxnId="{4A048A63-3440-4FCA-BF15-99AE2C8DFA2B}">
      <dgm:prSet/>
      <dgm:spPr/>
      <dgm:t>
        <a:bodyPr/>
        <a:lstStyle/>
        <a:p>
          <a:endParaRPr lang="en-US"/>
        </a:p>
      </dgm:t>
    </dgm:pt>
    <dgm:pt modelId="{5C04485B-7A17-CD45-A503-B73F5D416BE0}" type="pres">
      <dgm:prSet presAssocID="{D60728ED-8F81-4FC6-9559-4A0062180D13}" presName="linear" presStyleCnt="0">
        <dgm:presLayoutVars>
          <dgm:animLvl val="lvl"/>
          <dgm:resizeHandles val="exact"/>
        </dgm:presLayoutVars>
      </dgm:prSet>
      <dgm:spPr/>
    </dgm:pt>
    <dgm:pt modelId="{BE79B0C2-FE0F-944B-91DE-24673E49F4FF}" type="pres">
      <dgm:prSet presAssocID="{D6493DFF-3C8A-4CB5-B647-9530C28AADDE}" presName="parentText" presStyleLbl="node1" presStyleIdx="0" presStyleCnt="2" custLinFactNeighborY="715">
        <dgm:presLayoutVars>
          <dgm:chMax val="0"/>
          <dgm:bulletEnabled val="1"/>
        </dgm:presLayoutVars>
      </dgm:prSet>
      <dgm:spPr/>
    </dgm:pt>
    <dgm:pt modelId="{7C0A3C36-0561-5546-8138-EC1E82BEE15E}" type="pres">
      <dgm:prSet presAssocID="{D6493DFF-3C8A-4CB5-B647-9530C28AADDE}" presName="childText" presStyleLbl="revTx" presStyleIdx="0" presStyleCnt="2">
        <dgm:presLayoutVars>
          <dgm:bulletEnabled val="1"/>
        </dgm:presLayoutVars>
      </dgm:prSet>
      <dgm:spPr/>
    </dgm:pt>
    <dgm:pt modelId="{4E8628CE-42DA-FB4A-82C5-4C9ECCEC431F}" type="pres">
      <dgm:prSet presAssocID="{10EBA9C3-1B44-4CC7-A09B-874B45412C51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EE08FF3B-AF01-FD4D-964B-C9ED0ECFBBBD}" type="pres">
      <dgm:prSet presAssocID="{10EBA9C3-1B44-4CC7-A09B-874B45412C51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7DA2C106-69CE-47C2-9A92-276ECDAB57B0}" srcId="{10EBA9C3-1B44-4CC7-A09B-874B45412C51}" destId="{C0F68DE1-B839-4658-BED2-72708C5FC50B}" srcOrd="2" destOrd="0" parTransId="{D7A7C92C-D763-4EDD-8F76-7AF211AF9F0E}" sibTransId="{6DCFB7A1-99A8-407A-934F-09E832F74A6E}"/>
    <dgm:cxn modelId="{4906570B-B369-4464-856A-23717ABADED2}" srcId="{D6493DFF-3C8A-4CB5-B647-9530C28AADDE}" destId="{F2A22264-AE46-40DF-978C-904AC6CDC241}" srcOrd="1" destOrd="0" parTransId="{94673A82-3BDB-4934-9E68-9B29AE95D984}" sibTransId="{22627FAD-3F0F-46EE-9AF3-00D672923FC9}"/>
    <dgm:cxn modelId="{AFC36A16-9E8A-9B48-86CA-9BF54841F835}" type="presOf" srcId="{10EBA9C3-1B44-4CC7-A09B-874B45412C51}" destId="{4E8628CE-42DA-FB4A-82C5-4C9ECCEC431F}" srcOrd="0" destOrd="0" presId="urn:microsoft.com/office/officeart/2005/8/layout/vList2"/>
    <dgm:cxn modelId="{1FE49724-48A8-4938-B5B9-5122F1D77356}" srcId="{D60728ED-8F81-4FC6-9559-4A0062180D13}" destId="{10EBA9C3-1B44-4CC7-A09B-874B45412C51}" srcOrd="1" destOrd="0" parTransId="{C3FA7E9C-3E40-44C0-9239-8396D7D9B1A9}" sibTransId="{79F1B504-42D6-446B-9583-EED06F7EF469}"/>
    <dgm:cxn modelId="{7549102D-40F5-4A46-94C9-B454C7238A75}" type="presOf" srcId="{FB774F1E-D310-43B0-B598-A9058597DC65}" destId="{EE08FF3B-AF01-FD4D-964B-C9ED0ECFBBBD}" srcOrd="0" destOrd="3" presId="urn:microsoft.com/office/officeart/2005/8/layout/vList2"/>
    <dgm:cxn modelId="{0EF83435-9836-434D-B472-4718328AAFFD}" srcId="{D6493DFF-3C8A-4CB5-B647-9530C28AADDE}" destId="{A4C2D44D-662B-4496-B2B6-DAFD5974A868}" srcOrd="2" destOrd="0" parTransId="{65958998-CAE2-438F-8D54-84D7113B443B}" sibTransId="{F7F927E3-3FC5-4DD7-BAED-4E5804FB90C5}"/>
    <dgm:cxn modelId="{C223BC3B-FC97-4689-8E86-EE82FAA51163}" srcId="{D6493DFF-3C8A-4CB5-B647-9530C28AADDE}" destId="{85738E10-568A-48F7-B815-BDA31C6F3B70}" srcOrd="0" destOrd="0" parTransId="{58169319-AD98-4F84-A602-5413DC8C5187}" sibTransId="{6D68918B-60B7-4643-9866-64285B86FF7F}"/>
    <dgm:cxn modelId="{38E7DB3D-A288-DE40-A721-87661798AE34}" type="presOf" srcId="{C0F68DE1-B839-4658-BED2-72708C5FC50B}" destId="{EE08FF3B-AF01-FD4D-964B-C9ED0ECFBBBD}" srcOrd="0" destOrd="2" presId="urn:microsoft.com/office/officeart/2005/8/layout/vList2"/>
    <dgm:cxn modelId="{3A727A42-0BD4-46B6-AEC3-F9EC42D9F698}" srcId="{D60728ED-8F81-4FC6-9559-4A0062180D13}" destId="{D6493DFF-3C8A-4CB5-B647-9530C28AADDE}" srcOrd="0" destOrd="0" parTransId="{7EAA4D9F-F20C-4B83-B0D5-8B7F0ED94F96}" sibTransId="{4D5FC218-CB93-476D-8FEA-B1558BDE45F7}"/>
    <dgm:cxn modelId="{EFE44652-82C3-F34A-B11B-9823F24B5676}" type="presOf" srcId="{51F40D42-DD50-46F7-9D23-00924548BA2A}" destId="{7C0A3C36-0561-5546-8138-EC1E82BEE15E}" srcOrd="0" destOrd="3" presId="urn:microsoft.com/office/officeart/2005/8/layout/vList2"/>
    <dgm:cxn modelId="{4A048A63-3440-4FCA-BF15-99AE2C8DFA2B}" srcId="{10EBA9C3-1B44-4CC7-A09B-874B45412C51}" destId="{FB774F1E-D310-43B0-B598-A9058597DC65}" srcOrd="3" destOrd="0" parTransId="{0ECA6203-27C9-432B-99DE-4AC02E5A0D85}" sibTransId="{2D3A87F1-D166-4E42-BF11-5E437279D9FF}"/>
    <dgm:cxn modelId="{890FFF74-9F5B-B34D-9EDC-F10FE5DEB048}" type="presOf" srcId="{FB15C79F-E9CD-4070-945C-1BB8655A23BF}" destId="{EE08FF3B-AF01-FD4D-964B-C9ED0ECFBBBD}" srcOrd="0" destOrd="0" presId="urn:microsoft.com/office/officeart/2005/8/layout/vList2"/>
    <dgm:cxn modelId="{C0AD9284-8633-CF48-82D9-A66F8E8B6875}" type="presOf" srcId="{85738E10-568A-48F7-B815-BDA31C6F3B70}" destId="{7C0A3C36-0561-5546-8138-EC1E82BEE15E}" srcOrd="0" destOrd="0" presId="urn:microsoft.com/office/officeart/2005/8/layout/vList2"/>
    <dgm:cxn modelId="{57D9CC8F-69E2-3C40-B722-FFC1B0DA42E1}" type="presOf" srcId="{A4C2D44D-662B-4496-B2B6-DAFD5974A868}" destId="{7C0A3C36-0561-5546-8138-EC1E82BEE15E}" srcOrd="0" destOrd="2" presId="urn:microsoft.com/office/officeart/2005/8/layout/vList2"/>
    <dgm:cxn modelId="{4F010592-024F-E041-8F9E-6246FB429934}" type="presOf" srcId="{F2A22264-AE46-40DF-978C-904AC6CDC241}" destId="{7C0A3C36-0561-5546-8138-EC1E82BEE15E}" srcOrd="0" destOrd="1" presId="urn:microsoft.com/office/officeart/2005/8/layout/vList2"/>
    <dgm:cxn modelId="{5ED0CF9F-463E-5542-B6D5-1925832C92B9}" type="presOf" srcId="{D6493DFF-3C8A-4CB5-B647-9530C28AADDE}" destId="{BE79B0C2-FE0F-944B-91DE-24673E49F4FF}" srcOrd="0" destOrd="0" presId="urn:microsoft.com/office/officeart/2005/8/layout/vList2"/>
    <dgm:cxn modelId="{E35FF6A3-AA39-40BD-8E35-CB8BDA52EDDE}" srcId="{10EBA9C3-1B44-4CC7-A09B-874B45412C51}" destId="{09342D72-F053-4193-9398-F988EBBA5BA9}" srcOrd="1" destOrd="0" parTransId="{113E095C-49AA-432F-952D-94AC66359C6B}" sibTransId="{D8192B99-03A7-40BF-ADE1-267B03D3112A}"/>
    <dgm:cxn modelId="{4BF928B7-B5E0-4D14-8537-324D058EFFBA}" srcId="{D6493DFF-3C8A-4CB5-B647-9530C28AADDE}" destId="{51F40D42-DD50-46F7-9D23-00924548BA2A}" srcOrd="3" destOrd="0" parTransId="{58080255-AA19-495F-8554-751BDE9AF178}" sibTransId="{14601FEC-A658-443C-84E9-80F7D865767D}"/>
    <dgm:cxn modelId="{B8C5C6D0-E41B-5249-99C9-1756D98BAB87}" type="presOf" srcId="{09342D72-F053-4193-9398-F988EBBA5BA9}" destId="{EE08FF3B-AF01-FD4D-964B-C9ED0ECFBBBD}" srcOrd="0" destOrd="1" presId="urn:microsoft.com/office/officeart/2005/8/layout/vList2"/>
    <dgm:cxn modelId="{F2626BE1-4C81-4C28-AD9F-68A6F773B4C1}" srcId="{10EBA9C3-1B44-4CC7-A09B-874B45412C51}" destId="{FB15C79F-E9CD-4070-945C-1BB8655A23BF}" srcOrd="0" destOrd="0" parTransId="{F3ACEAAE-EB98-4032-A6DB-22FDCE2CB3A7}" sibTransId="{D0EC8C9D-74EF-4FA8-9857-5C27AAD8986D}"/>
    <dgm:cxn modelId="{733F4DF8-359B-7B4D-A769-05026ECB9804}" type="presOf" srcId="{D60728ED-8F81-4FC6-9559-4A0062180D13}" destId="{5C04485B-7A17-CD45-A503-B73F5D416BE0}" srcOrd="0" destOrd="0" presId="urn:microsoft.com/office/officeart/2005/8/layout/vList2"/>
    <dgm:cxn modelId="{05E7917D-0F2F-D949-BA50-A15E5CC61220}" type="presParOf" srcId="{5C04485B-7A17-CD45-A503-B73F5D416BE0}" destId="{BE79B0C2-FE0F-944B-91DE-24673E49F4FF}" srcOrd="0" destOrd="0" presId="urn:microsoft.com/office/officeart/2005/8/layout/vList2"/>
    <dgm:cxn modelId="{0C089E01-4C68-2A45-A87B-AFAB53D0133B}" type="presParOf" srcId="{5C04485B-7A17-CD45-A503-B73F5D416BE0}" destId="{7C0A3C36-0561-5546-8138-EC1E82BEE15E}" srcOrd="1" destOrd="0" presId="urn:microsoft.com/office/officeart/2005/8/layout/vList2"/>
    <dgm:cxn modelId="{54B292A4-F76A-8145-81D2-125E887E504E}" type="presParOf" srcId="{5C04485B-7A17-CD45-A503-B73F5D416BE0}" destId="{4E8628CE-42DA-FB4A-82C5-4C9ECCEC431F}" srcOrd="2" destOrd="0" presId="urn:microsoft.com/office/officeart/2005/8/layout/vList2"/>
    <dgm:cxn modelId="{C9DBF2EC-BE4F-7C45-8599-7046D2449E72}" type="presParOf" srcId="{5C04485B-7A17-CD45-A503-B73F5D416BE0}" destId="{EE08FF3B-AF01-FD4D-964B-C9ED0ECFBBBD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DF7263A-AB6B-4FAD-B866-501FCD115E7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0CA3CAA-5C55-41C8-B201-2D43A949FBE0}">
      <dgm:prSet/>
      <dgm:spPr/>
      <dgm:t>
        <a:bodyPr/>
        <a:lstStyle/>
        <a:p>
          <a:r>
            <a:rPr lang="en-US" dirty="0"/>
            <a:t>Advantages:</a:t>
          </a:r>
        </a:p>
      </dgm:t>
    </dgm:pt>
    <dgm:pt modelId="{5E624388-37B3-4490-B229-7C69405200B0}" type="parTrans" cxnId="{62892377-0874-40FE-A1FF-64FED53019AC}">
      <dgm:prSet/>
      <dgm:spPr/>
      <dgm:t>
        <a:bodyPr/>
        <a:lstStyle/>
        <a:p>
          <a:endParaRPr lang="en-US"/>
        </a:p>
      </dgm:t>
    </dgm:pt>
    <dgm:pt modelId="{97F2E709-5607-4C82-BB0E-4558BD615722}" type="sibTrans" cxnId="{62892377-0874-40FE-A1FF-64FED53019AC}">
      <dgm:prSet/>
      <dgm:spPr/>
      <dgm:t>
        <a:bodyPr/>
        <a:lstStyle/>
        <a:p>
          <a:endParaRPr lang="en-US"/>
        </a:p>
      </dgm:t>
    </dgm:pt>
    <dgm:pt modelId="{AFE17C49-7012-4650-9228-82471538C579}">
      <dgm:prSet/>
      <dgm:spPr/>
      <dgm:t>
        <a:bodyPr/>
        <a:lstStyle/>
        <a:p>
          <a:r>
            <a:rPr lang="en-US"/>
            <a:t>Complete transparency</a:t>
          </a:r>
        </a:p>
      </dgm:t>
    </dgm:pt>
    <dgm:pt modelId="{8805BDB2-ACA5-4F7D-B385-91CC3FE824EC}" type="parTrans" cxnId="{C2BF683E-588B-4712-AC61-E274238023E1}">
      <dgm:prSet/>
      <dgm:spPr/>
      <dgm:t>
        <a:bodyPr/>
        <a:lstStyle/>
        <a:p>
          <a:endParaRPr lang="en-US"/>
        </a:p>
      </dgm:t>
    </dgm:pt>
    <dgm:pt modelId="{66B8A63D-FC70-445B-9B60-0A0F24FF1F19}" type="sibTrans" cxnId="{C2BF683E-588B-4712-AC61-E274238023E1}">
      <dgm:prSet/>
      <dgm:spPr/>
      <dgm:t>
        <a:bodyPr/>
        <a:lstStyle/>
        <a:p>
          <a:endParaRPr lang="en-US"/>
        </a:p>
      </dgm:t>
    </dgm:pt>
    <dgm:pt modelId="{9246A656-B8AF-4A77-92E2-BD3F85397BBB}">
      <dgm:prSet/>
      <dgm:spPr/>
      <dgm:t>
        <a:bodyPr/>
        <a:lstStyle/>
        <a:p>
          <a:r>
            <a:rPr lang="en-US"/>
            <a:t>No training data required</a:t>
          </a:r>
        </a:p>
      </dgm:t>
    </dgm:pt>
    <dgm:pt modelId="{79642368-573D-43B4-993F-4D5B3AA0B0D4}" type="parTrans" cxnId="{5E6B7597-57E2-4A92-9954-F92459BB5D6A}">
      <dgm:prSet/>
      <dgm:spPr/>
      <dgm:t>
        <a:bodyPr/>
        <a:lstStyle/>
        <a:p>
          <a:endParaRPr lang="en-US"/>
        </a:p>
      </dgm:t>
    </dgm:pt>
    <dgm:pt modelId="{5F4E378F-19BF-47FA-8FE0-B0EEE1837B68}" type="sibTrans" cxnId="{5E6B7597-57E2-4A92-9954-F92459BB5D6A}">
      <dgm:prSet/>
      <dgm:spPr/>
      <dgm:t>
        <a:bodyPr/>
        <a:lstStyle/>
        <a:p>
          <a:endParaRPr lang="en-US"/>
        </a:p>
      </dgm:t>
    </dgm:pt>
    <dgm:pt modelId="{C0775C9F-44D0-40EA-81BB-E2D059BCBEC5}">
      <dgm:prSet/>
      <dgm:spPr/>
      <dgm:t>
        <a:bodyPr/>
        <a:lstStyle/>
        <a:p>
          <a:r>
            <a:rPr lang="en-US"/>
            <a:t>Predictable behavior</a:t>
          </a:r>
        </a:p>
      </dgm:t>
    </dgm:pt>
    <dgm:pt modelId="{FB302CE2-DA56-4720-94D8-26D8C7106C69}" type="parTrans" cxnId="{D92FF53D-CF73-49C7-810E-8E617924E58F}">
      <dgm:prSet/>
      <dgm:spPr/>
      <dgm:t>
        <a:bodyPr/>
        <a:lstStyle/>
        <a:p>
          <a:endParaRPr lang="en-US"/>
        </a:p>
      </dgm:t>
    </dgm:pt>
    <dgm:pt modelId="{FA124EFB-AB7A-4971-8137-B97DB3791F8A}" type="sibTrans" cxnId="{D92FF53D-CF73-49C7-810E-8E617924E58F}">
      <dgm:prSet/>
      <dgm:spPr/>
      <dgm:t>
        <a:bodyPr/>
        <a:lstStyle/>
        <a:p>
          <a:endParaRPr lang="en-US"/>
        </a:p>
      </dgm:t>
    </dgm:pt>
    <dgm:pt modelId="{10F89827-F570-4E35-91C3-EE1C85DDE631}">
      <dgm:prSet/>
      <dgm:spPr/>
      <dgm:t>
        <a:bodyPr/>
        <a:lstStyle/>
        <a:p>
          <a:r>
            <a:rPr lang="en-US"/>
            <a:t>Fast response time</a:t>
          </a:r>
        </a:p>
      </dgm:t>
    </dgm:pt>
    <dgm:pt modelId="{8272446B-7B4F-4CB0-AFF8-B211FC286E4B}" type="parTrans" cxnId="{6A69A52F-C2E6-46F7-9982-DAD0144B70F8}">
      <dgm:prSet/>
      <dgm:spPr/>
      <dgm:t>
        <a:bodyPr/>
        <a:lstStyle/>
        <a:p>
          <a:endParaRPr lang="en-US"/>
        </a:p>
      </dgm:t>
    </dgm:pt>
    <dgm:pt modelId="{3568CF50-08B1-403B-A0AD-0A488BBD3CF0}" type="sibTrans" cxnId="{6A69A52F-C2E6-46F7-9982-DAD0144B70F8}">
      <dgm:prSet/>
      <dgm:spPr/>
      <dgm:t>
        <a:bodyPr/>
        <a:lstStyle/>
        <a:p>
          <a:endParaRPr lang="en-US"/>
        </a:p>
      </dgm:t>
    </dgm:pt>
    <dgm:pt modelId="{CA0585EF-9E3F-4955-B62B-CCCC9336765C}">
      <dgm:prSet/>
      <dgm:spPr/>
      <dgm:t>
        <a:bodyPr/>
        <a:lstStyle/>
        <a:p>
          <a:r>
            <a:rPr lang="en-US"/>
            <a:t>Easy to debug</a:t>
          </a:r>
        </a:p>
      </dgm:t>
    </dgm:pt>
    <dgm:pt modelId="{B93F4241-47CE-423B-ABA3-6E5CE2E70853}" type="parTrans" cxnId="{717EA1E3-4C45-4737-9AC7-1DD0766FB0A8}">
      <dgm:prSet/>
      <dgm:spPr/>
      <dgm:t>
        <a:bodyPr/>
        <a:lstStyle/>
        <a:p>
          <a:endParaRPr lang="en-US"/>
        </a:p>
      </dgm:t>
    </dgm:pt>
    <dgm:pt modelId="{22695CAD-B836-4D8C-B974-E223FAE5947D}" type="sibTrans" cxnId="{717EA1E3-4C45-4737-9AC7-1DD0766FB0A8}">
      <dgm:prSet/>
      <dgm:spPr/>
      <dgm:t>
        <a:bodyPr/>
        <a:lstStyle/>
        <a:p>
          <a:endParaRPr lang="en-US"/>
        </a:p>
      </dgm:t>
    </dgm:pt>
    <dgm:pt modelId="{29E76918-5A7B-49D6-97B5-8C1A5BDECD60}">
      <dgm:prSet/>
      <dgm:spPr/>
      <dgm:t>
        <a:bodyPr/>
        <a:lstStyle/>
        <a:p>
          <a:r>
            <a:rPr lang="en-US"/>
            <a:t>Limitations:</a:t>
          </a:r>
        </a:p>
      </dgm:t>
    </dgm:pt>
    <dgm:pt modelId="{EFFC5005-2EEF-4125-9DDA-5A564B0151DD}" type="parTrans" cxnId="{A7A5C113-31E4-40F3-81EB-3F2A3A07BDC4}">
      <dgm:prSet/>
      <dgm:spPr/>
      <dgm:t>
        <a:bodyPr/>
        <a:lstStyle/>
        <a:p>
          <a:endParaRPr lang="en-US"/>
        </a:p>
      </dgm:t>
    </dgm:pt>
    <dgm:pt modelId="{CDE37B65-BFB3-4B82-A17C-95F86B7FECA5}" type="sibTrans" cxnId="{A7A5C113-31E4-40F3-81EB-3F2A3A07BDC4}">
      <dgm:prSet/>
      <dgm:spPr/>
      <dgm:t>
        <a:bodyPr/>
        <a:lstStyle/>
        <a:p>
          <a:endParaRPr lang="en-US"/>
        </a:p>
      </dgm:t>
    </dgm:pt>
    <dgm:pt modelId="{5EEB98FE-07A4-49B5-805C-3EC7ECDF6E00}">
      <dgm:prSet/>
      <dgm:spPr/>
      <dgm:t>
        <a:bodyPr/>
        <a:lstStyle/>
        <a:p>
          <a:r>
            <a:rPr lang="en-US"/>
            <a:t>Cannot handle synonyms</a:t>
          </a:r>
        </a:p>
      </dgm:t>
    </dgm:pt>
    <dgm:pt modelId="{81DC9862-C237-4691-94DA-2AB62941F5C6}" type="parTrans" cxnId="{33505B65-7861-4EB0-B0B8-6AE11D731710}">
      <dgm:prSet/>
      <dgm:spPr/>
      <dgm:t>
        <a:bodyPr/>
        <a:lstStyle/>
        <a:p>
          <a:endParaRPr lang="en-US"/>
        </a:p>
      </dgm:t>
    </dgm:pt>
    <dgm:pt modelId="{A1447A04-928E-4F4F-AF45-0346D42922F6}" type="sibTrans" cxnId="{33505B65-7861-4EB0-B0B8-6AE11D731710}">
      <dgm:prSet/>
      <dgm:spPr/>
      <dgm:t>
        <a:bodyPr/>
        <a:lstStyle/>
        <a:p>
          <a:endParaRPr lang="en-US"/>
        </a:p>
      </dgm:t>
    </dgm:pt>
    <dgm:pt modelId="{CF6FF02E-4F97-46E3-BB4D-AF1D98C3000E}">
      <dgm:prSet/>
      <dgm:spPr/>
      <dgm:t>
        <a:bodyPr/>
        <a:lstStyle/>
        <a:p>
          <a:r>
            <a:rPr lang="en-US"/>
            <a:t>Requires manual keywords updates</a:t>
          </a:r>
        </a:p>
      </dgm:t>
    </dgm:pt>
    <dgm:pt modelId="{AA619FB9-6DD2-40E5-B658-A175FB3A6683}" type="parTrans" cxnId="{B0C39EE2-388E-4A42-B020-6D77A2D37A5A}">
      <dgm:prSet/>
      <dgm:spPr/>
      <dgm:t>
        <a:bodyPr/>
        <a:lstStyle/>
        <a:p>
          <a:endParaRPr lang="en-US"/>
        </a:p>
      </dgm:t>
    </dgm:pt>
    <dgm:pt modelId="{3BAB590B-574C-4DE2-93AF-FB6A3597046B}" type="sibTrans" cxnId="{B0C39EE2-388E-4A42-B020-6D77A2D37A5A}">
      <dgm:prSet/>
      <dgm:spPr/>
      <dgm:t>
        <a:bodyPr/>
        <a:lstStyle/>
        <a:p>
          <a:endParaRPr lang="en-US"/>
        </a:p>
      </dgm:t>
    </dgm:pt>
    <dgm:pt modelId="{95D07227-707C-4FFA-8C43-51D066AB7349}">
      <dgm:prSet/>
      <dgm:spPr/>
      <dgm:t>
        <a:bodyPr/>
        <a:lstStyle/>
        <a:p>
          <a:r>
            <a:rPr lang="en-US"/>
            <a:t>Struggles with paraphrasing</a:t>
          </a:r>
        </a:p>
      </dgm:t>
    </dgm:pt>
    <dgm:pt modelId="{A884BFDB-0983-4953-B38F-7E239AAB4F09}" type="parTrans" cxnId="{03ADC6C8-FDEC-4ADB-8D22-CB979D51C828}">
      <dgm:prSet/>
      <dgm:spPr/>
      <dgm:t>
        <a:bodyPr/>
        <a:lstStyle/>
        <a:p>
          <a:endParaRPr lang="en-US"/>
        </a:p>
      </dgm:t>
    </dgm:pt>
    <dgm:pt modelId="{AF413616-0DA6-4A8B-AD90-B90BBD135AE1}" type="sibTrans" cxnId="{03ADC6C8-FDEC-4ADB-8D22-CB979D51C828}">
      <dgm:prSet/>
      <dgm:spPr/>
      <dgm:t>
        <a:bodyPr/>
        <a:lstStyle/>
        <a:p>
          <a:endParaRPr lang="en-US"/>
        </a:p>
      </dgm:t>
    </dgm:pt>
    <dgm:pt modelId="{A08EAA7E-4CFE-41B8-A333-FF9B251170D6}">
      <dgm:prSet/>
      <dgm:spPr/>
      <dgm:t>
        <a:bodyPr/>
        <a:lstStyle/>
        <a:p>
          <a:r>
            <a:rPr lang="en-US"/>
            <a:t>Limited to predefined patterns</a:t>
          </a:r>
        </a:p>
      </dgm:t>
    </dgm:pt>
    <dgm:pt modelId="{405706A0-867F-4944-9511-FD9BD44F9E3B}" type="parTrans" cxnId="{0E5C8F48-7A25-4864-A1E7-97AEEC12AEFB}">
      <dgm:prSet/>
      <dgm:spPr/>
      <dgm:t>
        <a:bodyPr/>
        <a:lstStyle/>
        <a:p>
          <a:endParaRPr lang="en-US"/>
        </a:p>
      </dgm:t>
    </dgm:pt>
    <dgm:pt modelId="{926740CC-BEA0-4A71-8F2F-5405A7F50C2F}" type="sibTrans" cxnId="{0E5C8F48-7A25-4864-A1E7-97AEEC12AEFB}">
      <dgm:prSet/>
      <dgm:spPr/>
      <dgm:t>
        <a:bodyPr/>
        <a:lstStyle/>
        <a:p>
          <a:endParaRPr lang="en-US"/>
        </a:p>
      </dgm:t>
    </dgm:pt>
    <dgm:pt modelId="{0FC4CE79-DB9A-1342-950D-689531462C4D}" type="pres">
      <dgm:prSet presAssocID="{CDF7263A-AB6B-4FAD-B866-501FCD115E76}" presName="linear" presStyleCnt="0">
        <dgm:presLayoutVars>
          <dgm:animLvl val="lvl"/>
          <dgm:resizeHandles val="exact"/>
        </dgm:presLayoutVars>
      </dgm:prSet>
      <dgm:spPr/>
    </dgm:pt>
    <dgm:pt modelId="{021E3B0C-E6A0-674A-AAD0-BDA9F2C5BDE9}" type="pres">
      <dgm:prSet presAssocID="{80CA3CAA-5C55-41C8-B201-2D43A949FBE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7FE189D-FD4E-2749-A32E-8191AEF687C5}" type="pres">
      <dgm:prSet presAssocID="{80CA3CAA-5C55-41C8-B201-2D43A949FBE0}" presName="childText" presStyleLbl="revTx" presStyleIdx="0" presStyleCnt="2">
        <dgm:presLayoutVars>
          <dgm:bulletEnabled val="1"/>
        </dgm:presLayoutVars>
      </dgm:prSet>
      <dgm:spPr/>
    </dgm:pt>
    <dgm:pt modelId="{F6406730-D74B-A24C-8AF3-B451764B1AA5}" type="pres">
      <dgm:prSet presAssocID="{29E76918-5A7B-49D6-97B5-8C1A5BDECD60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C8E3D4A9-7192-3C41-BE4D-E0F283134632}" type="pres">
      <dgm:prSet presAssocID="{29E76918-5A7B-49D6-97B5-8C1A5BDECD60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A7A5C113-31E4-40F3-81EB-3F2A3A07BDC4}" srcId="{CDF7263A-AB6B-4FAD-B866-501FCD115E76}" destId="{29E76918-5A7B-49D6-97B5-8C1A5BDECD60}" srcOrd="1" destOrd="0" parTransId="{EFFC5005-2EEF-4125-9DDA-5A564B0151DD}" sibTransId="{CDE37B65-BFB3-4B82-A17C-95F86B7FECA5}"/>
    <dgm:cxn modelId="{6F64B21D-9729-C745-8802-74606983B286}" type="presOf" srcId="{10F89827-F570-4E35-91C3-EE1C85DDE631}" destId="{97FE189D-FD4E-2749-A32E-8191AEF687C5}" srcOrd="0" destOrd="3" presId="urn:microsoft.com/office/officeart/2005/8/layout/vList2"/>
    <dgm:cxn modelId="{6A69A52F-C2E6-46F7-9982-DAD0144B70F8}" srcId="{80CA3CAA-5C55-41C8-B201-2D43A949FBE0}" destId="{10F89827-F570-4E35-91C3-EE1C85DDE631}" srcOrd="3" destOrd="0" parTransId="{8272446B-7B4F-4CB0-AFF8-B211FC286E4B}" sibTransId="{3568CF50-08B1-403B-A0AD-0A488BBD3CF0}"/>
    <dgm:cxn modelId="{C6865331-7DEC-6943-8D3D-4DB479D4A9E6}" type="presOf" srcId="{AFE17C49-7012-4650-9228-82471538C579}" destId="{97FE189D-FD4E-2749-A32E-8191AEF687C5}" srcOrd="0" destOrd="0" presId="urn:microsoft.com/office/officeart/2005/8/layout/vList2"/>
    <dgm:cxn modelId="{9F6DAA3A-BD24-4A40-9292-635D7114F9CD}" type="presOf" srcId="{29E76918-5A7B-49D6-97B5-8C1A5BDECD60}" destId="{F6406730-D74B-A24C-8AF3-B451764B1AA5}" srcOrd="0" destOrd="0" presId="urn:microsoft.com/office/officeart/2005/8/layout/vList2"/>
    <dgm:cxn modelId="{D92FF53D-CF73-49C7-810E-8E617924E58F}" srcId="{80CA3CAA-5C55-41C8-B201-2D43A949FBE0}" destId="{C0775C9F-44D0-40EA-81BB-E2D059BCBEC5}" srcOrd="2" destOrd="0" parTransId="{FB302CE2-DA56-4720-94D8-26D8C7106C69}" sibTransId="{FA124EFB-AB7A-4971-8137-B97DB3791F8A}"/>
    <dgm:cxn modelId="{C2BF683E-588B-4712-AC61-E274238023E1}" srcId="{80CA3CAA-5C55-41C8-B201-2D43A949FBE0}" destId="{AFE17C49-7012-4650-9228-82471538C579}" srcOrd="0" destOrd="0" parTransId="{8805BDB2-ACA5-4F7D-B385-91CC3FE824EC}" sibTransId="{66B8A63D-FC70-445B-9B60-0A0F24FF1F19}"/>
    <dgm:cxn modelId="{2BDED83E-C089-D64E-8CEA-4CCE474A9F02}" type="presOf" srcId="{A08EAA7E-4CFE-41B8-A333-FF9B251170D6}" destId="{C8E3D4A9-7192-3C41-BE4D-E0F283134632}" srcOrd="0" destOrd="3" presId="urn:microsoft.com/office/officeart/2005/8/layout/vList2"/>
    <dgm:cxn modelId="{0E5C8F48-7A25-4864-A1E7-97AEEC12AEFB}" srcId="{29E76918-5A7B-49D6-97B5-8C1A5BDECD60}" destId="{A08EAA7E-4CFE-41B8-A333-FF9B251170D6}" srcOrd="3" destOrd="0" parTransId="{405706A0-867F-4944-9511-FD9BD44F9E3B}" sibTransId="{926740CC-BEA0-4A71-8F2F-5405A7F50C2F}"/>
    <dgm:cxn modelId="{7309DB4D-91F4-AB4B-9930-2B0FA5F944A1}" type="presOf" srcId="{80CA3CAA-5C55-41C8-B201-2D43A949FBE0}" destId="{021E3B0C-E6A0-674A-AAD0-BDA9F2C5BDE9}" srcOrd="0" destOrd="0" presId="urn:microsoft.com/office/officeart/2005/8/layout/vList2"/>
    <dgm:cxn modelId="{90DAD156-1097-EA46-B836-D0084FFFA726}" type="presOf" srcId="{95D07227-707C-4FFA-8C43-51D066AB7349}" destId="{C8E3D4A9-7192-3C41-BE4D-E0F283134632}" srcOrd="0" destOrd="2" presId="urn:microsoft.com/office/officeart/2005/8/layout/vList2"/>
    <dgm:cxn modelId="{33505B65-7861-4EB0-B0B8-6AE11D731710}" srcId="{29E76918-5A7B-49D6-97B5-8C1A5BDECD60}" destId="{5EEB98FE-07A4-49B5-805C-3EC7ECDF6E00}" srcOrd="0" destOrd="0" parTransId="{81DC9862-C237-4691-94DA-2AB62941F5C6}" sibTransId="{A1447A04-928E-4F4F-AF45-0346D42922F6}"/>
    <dgm:cxn modelId="{EF7B3972-052F-5144-84AE-067418E9FAB7}" type="presOf" srcId="{CDF7263A-AB6B-4FAD-B866-501FCD115E76}" destId="{0FC4CE79-DB9A-1342-950D-689531462C4D}" srcOrd="0" destOrd="0" presId="urn:microsoft.com/office/officeart/2005/8/layout/vList2"/>
    <dgm:cxn modelId="{62892377-0874-40FE-A1FF-64FED53019AC}" srcId="{CDF7263A-AB6B-4FAD-B866-501FCD115E76}" destId="{80CA3CAA-5C55-41C8-B201-2D43A949FBE0}" srcOrd="0" destOrd="0" parTransId="{5E624388-37B3-4490-B229-7C69405200B0}" sibTransId="{97F2E709-5607-4C82-BB0E-4558BD615722}"/>
    <dgm:cxn modelId="{5E6B7597-57E2-4A92-9954-F92459BB5D6A}" srcId="{80CA3CAA-5C55-41C8-B201-2D43A949FBE0}" destId="{9246A656-B8AF-4A77-92E2-BD3F85397BBB}" srcOrd="1" destOrd="0" parTransId="{79642368-573D-43B4-993F-4D5B3AA0B0D4}" sibTransId="{5F4E378F-19BF-47FA-8FE0-B0EEE1837B68}"/>
    <dgm:cxn modelId="{49AD65B0-E017-3844-86C2-FBF33097B596}" type="presOf" srcId="{9246A656-B8AF-4A77-92E2-BD3F85397BBB}" destId="{97FE189D-FD4E-2749-A32E-8191AEF687C5}" srcOrd="0" destOrd="1" presId="urn:microsoft.com/office/officeart/2005/8/layout/vList2"/>
    <dgm:cxn modelId="{D34519B8-B486-1A47-A582-84CD86F124D8}" type="presOf" srcId="{C0775C9F-44D0-40EA-81BB-E2D059BCBEC5}" destId="{97FE189D-FD4E-2749-A32E-8191AEF687C5}" srcOrd="0" destOrd="2" presId="urn:microsoft.com/office/officeart/2005/8/layout/vList2"/>
    <dgm:cxn modelId="{03ADC6C8-FDEC-4ADB-8D22-CB979D51C828}" srcId="{29E76918-5A7B-49D6-97B5-8C1A5BDECD60}" destId="{95D07227-707C-4FFA-8C43-51D066AB7349}" srcOrd="2" destOrd="0" parTransId="{A884BFDB-0983-4953-B38F-7E239AAB4F09}" sibTransId="{AF413616-0DA6-4A8B-AD90-B90BBD135AE1}"/>
    <dgm:cxn modelId="{AE0010D4-29B5-FC46-936F-74B798A2412A}" type="presOf" srcId="{5EEB98FE-07A4-49B5-805C-3EC7ECDF6E00}" destId="{C8E3D4A9-7192-3C41-BE4D-E0F283134632}" srcOrd="0" destOrd="0" presId="urn:microsoft.com/office/officeart/2005/8/layout/vList2"/>
    <dgm:cxn modelId="{FB3743DB-94EC-5745-9075-A06541B867EC}" type="presOf" srcId="{CA0585EF-9E3F-4955-B62B-CCCC9336765C}" destId="{97FE189D-FD4E-2749-A32E-8191AEF687C5}" srcOrd="0" destOrd="4" presId="urn:microsoft.com/office/officeart/2005/8/layout/vList2"/>
    <dgm:cxn modelId="{B0C39EE2-388E-4A42-B020-6D77A2D37A5A}" srcId="{29E76918-5A7B-49D6-97B5-8C1A5BDECD60}" destId="{CF6FF02E-4F97-46E3-BB4D-AF1D98C3000E}" srcOrd="1" destOrd="0" parTransId="{AA619FB9-6DD2-40E5-B658-A175FB3A6683}" sibTransId="{3BAB590B-574C-4DE2-93AF-FB6A3597046B}"/>
    <dgm:cxn modelId="{717EA1E3-4C45-4737-9AC7-1DD0766FB0A8}" srcId="{80CA3CAA-5C55-41C8-B201-2D43A949FBE0}" destId="{CA0585EF-9E3F-4955-B62B-CCCC9336765C}" srcOrd="4" destOrd="0" parTransId="{B93F4241-47CE-423B-ABA3-6E5CE2E70853}" sibTransId="{22695CAD-B836-4D8C-B974-E223FAE5947D}"/>
    <dgm:cxn modelId="{CC0B62E6-D044-254A-87C9-0DD51C6EAEF8}" type="presOf" srcId="{CF6FF02E-4F97-46E3-BB4D-AF1D98C3000E}" destId="{C8E3D4A9-7192-3C41-BE4D-E0F283134632}" srcOrd="0" destOrd="1" presId="urn:microsoft.com/office/officeart/2005/8/layout/vList2"/>
    <dgm:cxn modelId="{6E7E7351-D8A3-CA48-9A0D-A4C4A91F7B1D}" type="presParOf" srcId="{0FC4CE79-DB9A-1342-950D-689531462C4D}" destId="{021E3B0C-E6A0-674A-AAD0-BDA9F2C5BDE9}" srcOrd="0" destOrd="0" presId="urn:microsoft.com/office/officeart/2005/8/layout/vList2"/>
    <dgm:cxn modelId="{C14E00A4-EA9D-2244-9FC7-58C789DA70F7}" type="presParOf" srcId="{0FC4CE79-DB9A-1342-950D-689531462C4D}" destId="{97FE189D-FD4E-2749-A32E-8191AEF687C5}" srcOrd="1" destOrd="0" presId="urn:microsoft.com/office/officeart/2005/8/layout/vList2"/>
    <dgm:cxn modelId="{F0FDFB00-EFBD-D84A-8347-20D5CC1897D6}" type="presParOf" srcId="{0FC4CE79-DB9A-1342-950D-689531462C4D}" destId="{F6406730-D74B-A24C-8AF3-B451764B1AA5}" srcOrd="2" destOrd="0" presId="urn:microsoft.com/office/officeart/2005/8/layout/vList2"/>
    <dgm:cxn modelId="{27EF02DB-F972-D647-9AEE-E509C089004A}" type="presParOf" srcId="{0FC4CE79-DB9A-1342-950D-689531462C4D}" destId="{C8E3D4A9-7192-3C41-BE4D-E0F283134632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3F6E521-93ED-444F-B493-3BEDF8941A3D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9CF3EC28-D54D-464F-BE6E-BF3384AED4CB}">
      <dgm:prSet phldrT="[Text]" phldr="0"/>
      <dgm:spPr/>
      <dgm:t>
        <a:bodyPr/>
        <a:lstStyle/>
        <a:p>
          <a:r>
            <a:rPr lang="en-GB" dirty="0">
              <a:solidFill>
                <a:schemeClr val="tx1"/>
              </a:solidFill>
            </a:rPr>
            <a:t>User Question</a:t>
          </a:r>
        </a:p>
      </dgm:t>
    </dgm:pt>
    <dgm:pt modelId="{466CC734-B154-4429-9C8F-C731FB04D6C1}" type="parTrans" cxnId="{DA376030-0945-4960-9875-D4D297CA651A}">
      <dgm:prSet/>
      <dgm:spPr/>
      <dgm:t>
        <a:bodyPr/>
        <a:lstStyle/>
        <a:p>
          <a:endParaRPr lang="en-GB"/>
        </a:p>
      </dgm:t>
    </dgm:pt>
    <dgm:pt modelId="{C8BB45AA-741D-465B-8A11-FC2C02BB7A08}" type="sibTrans" cxnId="{DA376030-0945-4960-9875-D4D297CA651A}">
      <dgm:prSet/>
      <dgm:spPr/>
      <dgm:t>
        <a:bodyPr/>
        <a:lstStyle/>
        <a:p>
          <a:endParaRPr lang="en-GB"/>
        </a:p>
      </dgm:t>
    </dgm:pt>
    <dgm:pt modelId="{9FEC9A01-5743-4F41-A48B-37072AC8189B}">
      <dgm:prSet phldrT="[Text]" phldr="0"/>
      <dgm:spPr/>
      <dgm:t>
        <a:bodyPr/>
        <a:lstStyle/>
        <a:p>
          <a:r>
            <a:rPr lang="en-GB" dirty="0">
              <a:solidFill>
                <a:schemeClr val="tx1"/>
              </a:solidFill>
            </a:rPr>
            <a:t>Word Probabilities</a:t>
          </a:r>
        </a:p>
      </dgm:t>
    </dgm:pt>
    <dgm:pt modelId="{F766AD5F-7A24-499F-919C-0A1602D44AFE}" type="parTrans" cxnId="{72094F9E-00CB-4B48-A9A1-E7D75E4BFDE4}">
      <dgm:prSet/>
      <dgm:spPr/>
      <dgm:t>
        <a:bodyPr/>
        <a:lstStyle/>
        <a:p>
          <a:endParaRPr lang="en-GB"/>
        </a:p>
      </dgm:t>
    </dgm:pt>
    <dgm:pt modelId="{1B2BA5FC-1DEF-42E3-9E05-F089E54D2C82}" type="sibTrans" cxnId="{72094F9E-00CB-4B48-A9A1-E7D75E4BFDE4}">
      <dgm:prSet/>
      <dgm:spPr/>
      <dgm:t>
        <a:bodyPr/>
        <a:lstStyle/>
        <a:p>
          <a:endParaRPr lang="en-GB"/>
        </a:p>
      </dgm:t>
    </dgm:pt>
    <dgm:pt modelId="{B93574AC-0D8B-4917-8E82-96DC24BF3720}">
      <dgm:prSet phldrT="[Text]" phldr="0"/>
      <dgm:spPr/>
      <dgm:t>
        <a:bodyPr/>
        <a:lstStyle/>
        <a:p>
          <a:r>
            <a:rPr lang="en-GB" dirty="0"/>
            <a:t>Naïve Bayes</a:t>
          </a:r>
        </a:p>
      </dgm:t>
    </dgm:pt>
    <dgm:pt modelId="{67D3807A-1DA5-4929-9A4A-49A08A7078D4}" type="parTrans" cxnId="{3E796B9C-371B-4E9A-90D0-3F34ADC64C3E}">
      <dgm:prSet/>
      <dgm:spPr/>
      <dgm:t>
        <a:bodyPr/>
        <a:lstStyle/>
        <a:p>
          <a:endParaRPr lang="en-GB"/>
        </a:p>
      </dgm:t>
    </dgm:pt>
    <dgm:pt modelId="{F3659B92-633F-45D3-AB3F-FEBC1E1EAD81}" type="sibTrans" cxnId="{3E796B9C-371B-4E9A-90D0-3F34ADC64C3E}">
      <dgm:prSet/>
      <dgm:spPr/>
      <dgm:t>
        <a:bodyPr/>
        <a:lstStyle/>
        <a:p>
          <a:endParaRPr lang="en-GB"/>
        </a:p>
      </dgm:t>
    </dgm:pt>
    <dgm:pt modelId="{06964C84-8414-492F-8DF8-3B7D96754F6D}">
      <dgm:prSet phldrT="[Text]" phldr="0"/>
      <dgm:spPr/>
      <dgm:t>
        <a:bodyPr/>
        <a:lstStyle/>
        <a:p>
          <a:r>
            <a:rPr lang="en-GB"/>
            <a:t>Tokanizaton</a:t>
          </a:r>
        </a:p>
      </dgm:t>
    </dgm:pt>
    <dgm:pt modelId="{373E9CA5-4B93-4731-8629-0A2F90AFF30D}" type="parTrans" cxnId="{92ED9483-3C71-4830-8855-63DE571158CC}">
      <dgm:prSet/>
      <dgm:spPr/>
      <dgm:t>
        <a:bodyPr/>
        <a:lstStyle/>
        <a:p>
          <a:endParaRPr lang="en-GB"/>
        </a:p>
      </dgm:t>
    </dgm:pt>
    <dgm:pt modelId="{CBB92499-612C-42B5-A345-EE6D927F4117}" type="sibTrans" cxnId="{92ED9483-3C71-4830-8855-63DE571158CC}">
      <dgm:prSet/>
      <dgm:spPr/>
      <dgm:t>
        <a:bodyPr/>
        <a:lstStyle/>
        <a:p>
          <a:endParaRPr lang="en-GB"/>
        </a:p>
      </dgm:t>
    </dgm:pt>
    <dgm:pt modelId="{35ACB366-00F1-4C2D-AEBC-2190EE4B32EB}">
      <dgm:prSet phldrT="[Text]" phldr="0"/>
      <dgm:spPr/>
      <dgm:t>
        <a:bodyPr/>
        <a:lstStyle/>
        <a:p>
          <a:r>
            <a:rPr lang="en-GB" dirty="0">
              <a:solidFill>
                <a:schemeClr val="tx1"/>
              </a:solidFill>
            </a:rPr>
            <a:t>Predicted Intent </a:t>
          </a:r>
        </a:p>
      </dgm:t>
    </dgm:pt>
    <dgm:pt modelId="{8394E434-161E-41E8-8960-86F8538EE938}" type="parTrans" cxnId="{7F70E652-9A67-43C2-8900-D3EBC41EE00F}">
      <dgm:prSet/>
      <dgm:spPr/>
      <dgm:t>
        <a:bodyPr/>
        <a:lstStyle/>
        <a:p>
          <a:endParaRPr lang="en-GB"/>
        </a:p>
      </dgm:t>
    </dgm:pt>
    <dgm:pt modelId="{736BB79D-0B1B-4E3E-A50F-62535206A267}" type="sibTrans" cxnId="{7F70E652-9A67-43C2-8900-D3EBC41EE00F}">
      <dgm:prSet/>
      <dgm:spPr/>
      <dgm:t>
        <a:bodyPr/>
        <a:lstStyle/>
        <a:p>
          <a:endParaRPr lang="en-GB"/>
        </a:p>
      </dgm:t>
    </dgm:pt>
    <dgm:pt modelId="{BA96CD5A-104D-4F03-A67E-B89631081437}" type="pres">
      <dgm:prSet presAssocID="{F3F6E521-93ED-444F-B493-3BEDF8941A3D}" presName="Name0" presStyleCnt="0">
        <dgm:presLayoutVars>
          <dgm:dir/>
          <dgm:resizeHandles val="exact"/>
        </dgm:presLayoutVars>
      </dgm:prSet>
      <dgm:spPr/>
    </dgm:pt>
    <dgm:pt modelId="{2B56E644-2D4D-45B0-B4AC-89151A8F9F51}" type="pres">
      <dgm:prSet presAssocID="{9CF3EC28-D54D-464F-BE6E-BF3384AED4CB}" presName="node" presStyleLbl="node1" presStyleIdx="0" presStyleCnt="5">
        <dgm:presLayoutVars>
          <dgm:bulletEnabled val="1"/>
        </dgm:presLayoutVars>
      </dgm:prSet>
      <dgm:spPr/>
    </dgm:pt>
    <dgm:pt modelId="{45E8C6C9-3F28-4107-AAC7-A2DAF6ADDB60}" type="pres">
      <dgm:prSet presAssocID="{C8BB45AA-741D-465B-8A11-FC2C02BB7A08}" presName="sibTrans" presStyleLbl="sibTrans2D1" presStyleIdx="0" presStyleCnt="4"/>
      <dgm:spPr/>
    </dgm:pt>
    <dgm:pt modelId="{52137ECA-F6ED-4ED7-9CA1-89C9495F33FB}" type="pres">
      <dgm:prSet presAssocID="{C8BB45AA-741D-465B-8A11-FC2C02BB7A08}" presName="connectorText" presStyleLbl="sibTrans2D1" presStyleIdx="0" presStyleCnt="4"/>
      <dgm:spPr/>
    </dgm:pt>
    <dgm:pt modelId="{8264D28E-4897-42EF-B242-C7A829572050}" type="pres">
      <dgm:prSet presAssocID="{06964C84-8414-492F-8DF8-3B7D96754F6D}" presName="node" presStyleLbl="node1" presStyleIdx="1" presStyleCnt="5">
        <dgm:presLayoutVars>
          <dgm:bulletEnabled val="1"/>
        </dgm:presLayoutVars>
      </dgm:prSet>
      <dgm:spPr/>
    </dgm:pt>
    <dgm:pt modelId="{E0B1E632-4B71-4B95-8E2B-A47ECEAFC0ED}" type="pres">
      <dgm:prSet presAssocID="{CBB92499-612C-42B5-A345-EE6D927F4117}" presName="sibTrans" presStyleLbl="sibTrans2D1" presStyleIdx="1" presStyleCnt="4"/>
      <dgm:spPr/>
    </dgm:pt>
    <dgm:pt modelId="{7169A9EE-ED17-43C1-B0DC-95A4D19CECDB}" type="pres">
      <dgm:prSet presAssocID="{CBB92499-612C-42B5-A345-EE6D927F4117}" presName="connectorText" presStyleLbl="sibTrans2D1" presStyleIdx="1" presStyleCnt="4"/>
      <dgm:spPr/>
    </dgm:pt>
    <dgm:pt modelId="{941605D3-3298-484B-845D-8454ECC7E0D9}" type="pres">
      <dgm:prSet presAssocID="{9FEC9A01-5743-4F41-A48B-37072AC8189B}" presName="node" presStyleLbl="node1" presStyleIdx="2" presStyleCnt="5">
        <dgm:presLayoutVars>
          <dgm:bulletEnabled val="1"/>
        </dgm:presLayoutVars>
      </dgm:prSet>
      <dgm:spPr/>
    </dgm:pt>
    <dgm:pt modelId="{781F1B88-F37C-4FA0-BD30-600AB6AF4E87}" type="pres">
      <dgm:prSet presAssocID="{1B2BA5FC-1DEF-42E3-9E05-F089E54D2C82}" presName="sibTrans" presStyleLbl="sibTrans2D1" presStyleIdx="2" presStyleCnt="4"/>
      <dgm:spPr/>
    </dgm:pt>
    <dgm:pt modelId="{6EEADD54-1ADA-4F88-89B3-29A8666871C5}" type="pres">
      <dgm:prSet presAssocID="{1B2BA5FC-1DEF-42E3-9E05-F089E54D2C82}" presName="connectorText" presStyleLbl="sibTrans2D1" presStyleIdx="2" presStyleCnt="4"/>
      <dgm:spPr/>
    </dgm:pt>
    <dgm:pt modelId="{907953E2-39FE-405E-B9CD-D4B03070EF15}" type="pres">
      <dgm:prSet presAssocID="{B93574AC-0D8B-4917-8E82-96DC24BF3720}" presName="node" presStyleLbl="node1" presStyleIdx="3" presStyleCnt="5">
        <dgm:presLayoutVars>
          <dgm:bulletEnabled val="1"/>
        </dgm:presLayoutVars>
      </dgm:prSet>
      <dgm:spPr/>
    </dgm:pt>
    <dgm:pt modelId="{5FFB7E10-ACF2-4AAF-882D-4757160794C0}" type="pres">
      <dgm:prSet presAssocID="{F3659B92-633F-45D3-AB3F-FEBC1E1EAD81}" presName="sibTrans" presStyleLbl="sibTrans2D1" presStyleIdx="3" presStyleCnt="4"/>
      <dgm:spPr/>
    </dgm:pt>
    <dgm:pt modelId="{69C81964-7F44-460B-A746-120391237AD6}" type="pres">
      <dgm:prSet presAssocID="{F3659B92-633F-45D3-AB3F-FEBC1E1EAD81}" presName="connectorText" presStyleLbl="sibTrans2D1" presStyleIdx="3" presStyleCnt="4"/>
      <dgm:spPr/>
    </dgm:pt>
    <dgm:pt modelId="{79F04897-C8A1-4AA5-8115-5B44C32A5BD8}" type="pres">
      <dgm:prSet presAssocID="{35ACB366-00F1-4C2D-AEBC-2190EE4B32EB}" presName="node" presStyleLbl="node1" presStyleIdx="4" presStyleCnt="5" custLinFactNeighborX="-2688" custLinFactNeighborY="1622">
        <dgm:presLayoutVars>
          <dgm:bulletEnabled val="1"/>
        </dgm:presLayoutVars>
      </dgm:prSet>
      <dgm:spPr/>
    </dgm:pt>
  </dgm:ptLst>
  <dgm:cxnLst>
    <dgm:cxn modelId="{53173308-62E6-4B25-B2C1-5DEF99D9155F}" type="presOf" srcId="{F3659B92-633F-45D3-AB3F-FEBC1E1EAD81}" destId="{5FFB7E10-ACF2-4AAF-882D-4757160794C0}" srcOrd="0" destOrd="0" presId="urn:microsoft.com/office/officeart/2005/8/layout/process1"/>
    <dgm:cxn modelId="{3EA22225-14CB-4F72-840E-51941D25B4D5}" type="presOf" srcId="{1B2BA5FC-1DEF-42E3-9E05-F089E54D2C82}" destId="{6EEADD54-1ADA-4F88-89B3-29A8666871C5}" srcOrd="1" destOrd="0" presId="urn:microsoft.com/office/officeart/2005/8/layout/process1"/>
    <dgm:cxn modelId="{DA376030-0945-4960-9875-D4D297CA651A}" srcId="{F3F6E521-93ED-444F-B493-3BEDF8941A3D}" destId="{9CF3EC28-D54D-464F-BE6E-BF3384AED4CB}" srcOrd="0" destOrd="0" parTransId="{466CC734-B154-4429-9C8F-C731FB04D6C1}" sibTransId="{C8BB45AA-741D-465B-8A11-FC2C02BB7A08}"/>
    <dgm:cxn modelId="{2D9E9D31-6826-4EA0-9B14-A3CFAB5EF677}" type="presOf" srcId="{1B2BA5FC-1DEF-42E3-9E05-F089E54D2C82}" destId="{781F1B88-F37C-4FA0-BD30-600AB6AF4E87}" srcOrd="0" destOrd="0" presId="urn:microsoft.com/office/officeart/2005/8/layout/process1"/>
    <dgm:cxn modelId="{7F70E652-9A67-43C2-8900-D3EBC41EE00F}" srcId="{F3F6E521-93ED-444F-B493-3BEDF8941A3D}" destId="{35ACB366-00F1-4C2D-AEBC-2190EE4B32EB}" srcOrd="4" destOrd="0" parTransId="{8394E434-161E-41E8-8960-86F8538EE938}" sibTransId="{736BB79D-0B1B-4E3E-A50F-62535206A267}"/>
    <dgm:cxn modelId="{FCB65B7E-3C70-45B8-8B41-11740262CAAB}" type="presOf" srcId="{CBB92499-612C-42B5-A345-EE6D927F4117}" destId="{7169A9EE-ED17-43C1-B0DC-95A4D19CECDB}" srcOrd="1" destOrd="0" presId="urn:microsoft.com/office/officeart/2005/8/layout/process1"/>
    <dgm:cxn modelId="{2C29D77F-4DCE-4E90-B7A8-F0113E7EB81B}" type="presOf" srcId="{CBB92499-612C-42B5-A345-EE6D927F4117}" destId="{E0B1E632-4B71-4B95-8E2B-A47ECEAFC0ED}" srcOrd="0" destOrd="0" presId="urn:microsoft.com/office/officeart/2005/8/layout/process1"/>
    <dgm:cxn modelId="{92ED9483-3C71-4830-8855-63DE571158CC}" srcId="{F3F6E521-93ED-444F-B493-3BEDF8941A3D}" destId="{06964C84-8414-492F-8DF8-3B7D96754F6D}" srcOrd="1" destOrd="0" parTransId="{373E9CA5-4B93-4731-8629-0A2F90AFF30D}" sibTransId="{CBB92499-612C-42B5-A345-EE6D927F4117}"/>
    <dgm:cxn modelId="{35220186-CB78-4983-9891-770223463EC1}" type="presOf" srcId="{35ACB366-00F1-4C2D-AEBC-2190EE4B32EB}" destId="{79F04897-C8A1-4AA5-8115-5B44C32A5BD8}" srcOrd="0" destOrd="0" presId="urn:microsoft.com/office/officeart/2005/8/layout/process1"/>
    <dgm:cxn modelId="{EC21F195-813A-4E5D-995D-0FEEEBBDADAD}" type="presOf" srcId="{9FEC9A01-5743-4F41-A48B-37072AC8189B}" destId="{941605D3-3298-484B-845D-8454ECC7E0D9}" srcOrd="0" destOrd="0" presId="urn:microsoft.com/office/officeart/2005/8/layout/process1"/>
    <dgm:cxn modelId="{0E18CC9A-5764-43ED-A2CA-4C943CE1E657}" type="presOf" srcId="{B93574AC-0D8B-4917-8E82-96DC24BF3720}" destId="{907953E2-39FE-405E-B9CD-D4B03070EF15}" srcOrd="0" destOrd="0" presId="urn:microsoft.com/office/officeart/2005/8/layout/process1"/>
    <dgm:cxn modelId="{3E796B9C-371B-4E9A-90D0-3F34ADC64C3E}" srcId="{F3F6E521-93ED-444F-B493-3BEDF8941A3D}" destId="{B93574AC-0D8B-4917-8E82-96DC24BF3720}" srcOrd="3" destOrd="0" parTransId="{67D3807A-1DA5-4929-9A4A-49A08A7078D4}" sibTransId="{F3659B92-633F-45D3-AB3F-FEBC1E1EAD81}"/>
    <dgm:cxn modelId="{72094F9E-00CB-4B48-A9A1-E7D75E4BFDE4}" srcId="{F3F6E521-93ED-444F-B493-3BEDF8941A3D}" destId="{9FEC9A01-5743-4F41-A48B-37072AC8189B}" srcOrd="2" destOrd="0" parTransId="{F766AD5F-7A24-499F-919C-0A1602D44AFE}" sibTransId="{1B2BA5FC-1DEF-42E3-9E05-F089E54D2C82}"/>
    <dgm:cxn modelId="{A40934A1-10F4-4C65-AA8D-B6DD809323B0}" type="presOf" srcId="{06964C84-8414-492F-8DF8-3B7D96754F6D}" destId="{8264D28E-4897-42EF-B242-C7A829572050}" srcOrd="0" destOrd="0" presId="urn:microsoft.com/office/officeart/2005/8/layout/process1"/>
    <dgm:cxn modelId="{4914E9C0-C1EC-455B-B79B-3F42BD2314D4}" type="presOf" srcId="{F3F6E521-93ED-444F-B493-3BEDF8941A3D}" destId="{BA96CD5A-104D-4F03-A67E-B89631081437}" srcOrd="0" destOrd="0" presId="urn:microsoft.com/office/officeart/2005/8/layout/process1"/>
    <dgm:cxn modelId="{8ACA1BCB-C2E6-4FA6-8F32-C00BFE682DB8}" type="presOf" srcId="{F3659B92-633F-45D3-AB3F-FEBC1E1EAD81}" destId="{69C81964-7F44-460B-A746-120391237AD6}" srcOrd="1" destOrd="0" presId="urn:microsoft.com/office/officeart/2005/8/layout/process1"/>
    <dgm:cxn modelId="{FA01F2DE-9A79-4339-92A0-813349A4CD0B}" type="presOf" srcId="{C8BB45AA-741D-465B-8A11-FC2C02BB7A08}" destId="{45E8C6C9-3F28-4107-AAC7-A2DAF6ADDB60}" srcOrd="0" destOrd="0" presId="urn:microsoft.com/office/officeart/2005/8/layout/process1"/>
    <dgm:cxn modelId="{0C3C42DF-EA37-4CBC-9819-95400A5132B9}" type="presOf" srcId="{C8BB45AA-741D-465B-8A11-FC2C02BB7A08}" destId="{52137ECA-F6ED-4ED7-9CA1-89C9495F33FB}" srcOrd="1" destOrd="0" presId="urn:microsoft.com/office/officeart/2005/8/layout/process1"/>
    <dgm:cxn modelId="{3FB4C0EE-BAD1-4874-8CCD-54FDE3F16008}" type="presOf" srcId="{9CF3EC28-D54D-464F-BE6E-BF3384AED4CB}" destId="{2B56E644-2D4D-45B0-B4AC-89151A8F9F51}" srcOrd="0" destOrd="0" presId="urn:microsoft.com/office/officeart/2005/8/layout/process1"/>
    <dgm:cxn modelId="{77B39605-4F18-4530-8FBB-FA2EFB10A2D0}" type="presParOf" srcId="{BA96CD5A-104D-4F03-A67E-B89631081437}" destId="{2B56E644-2D4D-45B0-B4AC-89151A8F9F51}" srcOrd="0" destOrd="0" presId="urn:microsoft.com/office/officeart/2005/8/layout/process1"/>
    <dgm:cxn modelId="{43F62A26-6737-40F7-8188-8CA87D243ACB}" type="presParOf" srcId="{BA96CD5A-104D-4F03-A67E-B89631081437}" destId="{45E8C6C9-3F28-4107-AAC7-A2DAF6ADDB60}" srcOrd="1" destOrd="0" presId="urn:microsoft.com/office/officeart/2005/8/layout/process1"/>
    <dgm:cxn modelId="{B0A9FD60-D5E1-4BC7-B1A9-2FD96DED2F93}" type="presParOf" srcId="{45E8C6C9-3F28-4107-AAC7-A2DAF6ADDB60}" destId="{52137ECA-F6ED-4ED7-9CA1-89C9495F33FB}" srcOrd="0" destOrd="0" presId="urn:microsoft.com/office/officeart/2005/8/layout/process1"/>
    <dgm:cxn modelId="{3C3276D4-40F0-42F4-A29D-D4AD7C360248}" type="presParOf" srcId="{BA96CD5A-104D-4F03-A67E-B89631081437}" destId="{8264D28E-4897-42EF-B242-C7A829572050}" srcOrd="2" destOrd="0" presId="urn:microsoft.com/office/officeart/2005/8/layout/process1"/>
    <dgm:cxn modelId="{246D56E7-BBD3-4FA2-9342-FEF7E517AA50}" type="presParOf" srcId="{BA96CD5A-104D-4F03-A67E-B89631081437}" destId="{E0B1E632-4B71-4B95-8E2B-A47ECEAFC0ED}" srcOrd="3" destOrd="0" presId="urn:microsoft.com/office/officeart/2005/8/layout/process1"/>
    <dgm:cxn modelId="{B5D12A0B-E90F-4883-94CD-345EC5B896AD}" type="presParOf" srcId="{E0B1E632-4B71-4B95-8E2B-A47ECEAFC0ED}" destId="{7169A9EE-ED17-43C1-B0DC-95A4D19CECDB}" srcOrd="0" destOrd="0" presId="urn:microsoft.com/office/officeart/2005/8/layout/process1"/>
    <dgm:cxn modelId="{4E2BC1A2-625C-45F9-BFF4-DAD2213A877A}" type="presParOf" srcId="{BA96CD5A-104D-4F03-A67E-B89631081437}" destId="{941605D3-3298-484B-845D-8454ECC7E0D9}" srcOrd="4" destOrd="0" presId="urn:microsoft.com/office/officeart/2005/8/layout/process1"/>
    <dgm:cxn modelId="{CF3E1136-35E9-48C7-8C51-91A66D953E7D}" type="presParOf" srcId="{BA96CD5A-104D-4F03-A67E-B89631081437}" destId="{781F1B88-F37C-4FA0-BD30-600AB6AF4E87}" srcOrd="5" destOrd="0" presId="urn:microsoft.com/office/officeart/2005/8/layout/process1"/>
    <dgm:cxn modelId="{D55359E8-F5A2-4BCC-B243-C50EB19DF109}" type="presParOf" srcId="{781F1B88-F37C-4FA0-BD30-600AB6AF4E87}" destId="{6EEADD54-1ADA-4F88-89B3-29A8666871C5}" srcOrd="0" destOrd="0" presId="urn:microsoft.com/office/officeart/2005/8/layout/process1"/>
    <dgm:cxn modelId="{B72A8466-8C33-4B65-AFC7-F7BA070D9949}" type="presParOf" srcId="{BA96CD5A-104D-4F03-A67E-B89631081437}" destId="{907953E2-39FE-405E-B9CD-D4B03070EF15}" srcOrd="6" destOrd="0" presId="urn:microsoft.com/office/officeart/2005/8/layout/process1"/>
    <dgm:cxn modelId="{1D4C2A7A-180D-441E-B672-140C64D42100}" type="presParOf" srcId="{BA96CD5A-104D-4F03-A67E-B89631081437}" destId="{5FFB7E10-ACF2-4AAF-882D-4757160794C0}" srcOrd="7" destOrd="0" presId="urn:microsoft.com/office/officeart/2005/8/layout/process1"/>
    <dgm:cxn modelId="{4A56023D-2D3D-49A3-8D99-B4545DE8BFE8}" type="presParOf" srcId="{5FFB7E10-ACF2-4AAF-882D-4757160794C0}" destId="{69C81964-7F44-460B-A746-120391237AD6}" srcOrd="0" destOrd="0" presId="urn:microsoft.com/office/officeart/2005/8/layout/process1"/>
    <dgm:cxn modelId="{7E33EDE1-EF4A-45B3-A5B2-69B4E607F5AA}" type="presParOf" srcId="{BA96CD5A-104D-4F03-A67E-B89631081437}" destId="{79F04897-C8A1-4AA5-8115-5B44C32A5BD8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79B0C2-FE0F-944B-91DE-24673E49F4FF}">
      <dsp:nvSpPr>
        <dsp:cNvPr id="0" name=""/>
        <dsp:cNvSpPr/>
      </dsp:nvSpPr>
      <dsp:spPr>
        <a:xfrm>
          <a:off x="0" y="181759"/>
          <a:ext cx="5097780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kern="1200"/>
            <a:t>How It Works:</a:t>
          </a:r>
          <a:endParaRPr lang="en-US" sz="2200" kern="1200"/>
        </a:p>
      </dsp:txBody>
      <dsp:txXfrm>
        <a:off x="26387" y="208146"/>
        <a:ext cx="5045006" cy="487766"/>
      </dsp:txXfrm>
    </dsp:sp>
    <dsp:sp modelId="{7C0A3C36-0561-5546-8138-EC1E82BEE15E}">
      <dsp:nvSpPr>
        <dsp:cNvPr id="0" name=""/>
        <dsp:cNvSpPr/>
      </dsp:nvSpPr>
      <dsp:spPr>
        <a:xfrm>
          <a:off x="0" y="713834"/>
          <a:ext cx="5097780" cy="1184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855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700" kern="1200"/>
            <a:t>18 FAQ entries with keyword patterns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700" kern="1200"/>
            <a:t>Each entry has multiple trigger keywords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700" kern="1200"/>
            <a:t>Scoring algorithm calculates match confidence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700" kern="1200"/>
            <a:t>Returns best match above threshold</a:t>
          </a:r>
          <a:endParaRPr lang="en-US" sz="1700" kern="1200"/>
        </a:p>
      </dsp:txBody>
      <dsp:txXfrm>
        <a:off x="0" y="713834"/>
        <a:ext cx="5097780" cy="1184040"/>
      </dsp:txXfrm>
    </dsp:sp>
    <dsp:sp modelId="{4E8628CE-42DA-FB4A-82C5-4C9ECCEC431F}">
      <dsp:nvSpPr>
        <dsp:cNvPr id="0" name=""/>
        <dsp:cNvSpPr/>
      </dsp:nvSpPr>
      <dsp:spPr>
        <a:xfrm>
          <a:off x="0" y="1897874"/>
          <a:ext cx="5097780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kern="1200"/>
            <a:t>Key Parameters:</a:t>
          </a:r>
          <a:endParaRPr lang="en-US" sz="2200" kern="1200"/>
        </a:p>
      </dsp:txBody>
      <dsp:txXfrm>
        <a:off x="26387" y="1924261"/>
        <a:ext cx="5045006" cy="487766"/>
      </dsp:txXfrm>
    </dsp:sp>
    <dsp:sp modelId="{EE08FF3B-AF01-FD4D-964B-C9ED0ECFBBBD}">
      <dsp:nvSpPr>
        <dsp:cNvPr id="0" name=""/>
        <dsp:cNvSpPr/>
      </dsp:nvSpPr>
      <dsp:spPr>
        <a:xfrm>
          <a:off x="0" y="2438413"/>
          <a:ext cx="5097780" cy="1184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855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700" kern="1200"/>
            <a:t>CONFIDENCE_THRESHOLD: 0.3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700" kern="1200"/>
            <a:t>EXACT_MATCH_BONUS: 0.5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700" kern="1200"/>
            <a:t>ALLOW_PARTIAL_MATCHING: True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700" kern="1200"/>
            <a:t>MIN_WORD_LENGTH: 3</a:t>
          </a:r>
          <a:endParaRPr lang="en-US" sz="1700" kern="1200"/>
        </a:p>
      </dsp:txBody>
      <dsp:txXfrm>
        <a:off x="0" y="2438413"/>
        <a:ext cx="5097780" cy="11840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1E3B0C-E6A0-674A-AAD0-BDA9F2C5BDE9}">
      <dsp:nvSpPr>
        <dsp:cNvPr id="0" name=""/>
        <dsp:cNvSpPr/>
      </dsp:nvSpPr>
      <dsp:spPr>
        <a:xfrm>
          <a:off x="0" y="108009"/>
          <a:ext cx="5181600" cy="5896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Advantages:</a:t>
          </a:r>
        </a:p>
      </dsp:txBody>
      <dsp:txXfrm>
        <a:off x="28786" y="136795"/>
        <a:ext cx="5124028" cy="532107"/>
      </dsp:txXfrm>
    </dsp:sp>
    <dsp:sp modelId="{97FE189D-FD4E-2749-A32E-8191AEF687C5}">
      <dsp:nvSpPr>
        <dsp:cNvPr id="0" name=""/>
        <dsp:cNvSpPr/>
      </dsp:nvSpPr>
      <dsp:spPr>
        <a:xfrm>
          <a:off x="0" y="697688"/>
          <a:ext cx="5181600" cy="1639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516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Complete transparency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No training data required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Predictable behavior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Fast response time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Easy to debug</a:t>
          </a:r>
        </a:p>
      </dsp:txBody>
      <dsp:txXfrm>
        <a:off x="0" y="697688"/>
        <a:ext cx="5181600" cy="1639440"/>
      </dsp:txXfrm>
    </dsp:sp>
    <dsp:sp modelId="{F6406730-D74B-A24C-8AF3-B451764B1AA5}">
      <dsp:nvSpPr>
        <dsp:cNvPr id="0" name=""/>
        <dsp:cNvSpPr/>
      </dsp:nvSpPr>
      <dsp:spPr>
        <a:xfrm>
          <a:off x="0" y="2337129"/>
          <a:ext cx="5181600" cy="5896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Limitations:</a:t>
          </a:r>
        </a:p>
      </dsp:txBody>
      <dsp:txXfrm>
        <a:off x="28786" y="2365915"/>
        <a:ext cx="5124028" cy="532107"/>
      </dsp:txXfrm>
    </dsp:sp>
    <dsp:sp modelId="{C8E3D4A9-7192-3C41-BE4D-E0F283134632}">
      <dsp:nvSpPr>
        <dsp:cNvPr id="0" name=""/>
        <dsp:cNvSpPr/>
      </dsp:nvSpPr>
      <dsp:spPr>
        <a:xfrm>
          <a:off x="0" y="2926809"/>
          <a:ext cx="5181600" cy="1316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516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Cannot handle synonyms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Requires manual keywords updates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Struggles with paraphrasing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Limited to predefined patterns</a:t>
          </a:r>
        </a:p>
      </dsp:txBody>
      <dsp:txXfrm>
        <a:off x="0" y="2926809"/>
        <a:ext cx="5181600" cy="13165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56E644-2D4D-45B0-B4AC-89151A8F9F51}">
      <dsp:nvSpPr>
        <dsp:cNvPr id="0" name=""/>
        <dsp:cNvSpPr/>
      </dsp:nvSpPr>
      <dsp:spPr>
        <a:xfrm>
          <a:off x="4588" y="614402"/>
          <a:ext cx="1422548" cy="8535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>
              <a:solidFill>
                <a:schemeClr val="tx1"/>
              </a:solidFill>
            </a:rPr>
            <a:t>User Question</a:t>
          </a:r>
        </a:p>
      </dsp:txBody>
      <dsp:txXfrm>
        <a:off x="29587" y="639401"/>
        <a:ext cx="1372550" cy="803531"/>
      </dsp:txXfrm>
    </dsp:sp>
    <dsp:sp modelId="{45E8C6C9-3F28-4107-AAC7-A2DAF6ADDB60}">
      <dsp:nvSpPr>
        <dsp:cNvPr id="0" name=""/>
        <dsp:cNvSpPr/>
      </dsp:nvSpPr>
      <dsp:spPr>
        <a:xfrm>
          <a:off x="1569392" y="864771"/>
          <a:ext cx="301580" cy="35279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400" kern="1200"/>
        </a:p>
      </dsp:txBody>
      <dsp:txXfrm>
        <a:off x="1569392" y="935329"/>
        <a:ext cx="211106" cy="211676"/>
      </dsp:txXfrm>
    </dsp:sp>
    <dsp:sp modelId="{8264D28E-4897-42EF-B242-C7A829572050}">
      <dsp:nvSpPr>
        <dsp:cNvPr id="0" name=""/>
        <dsp:cNvSpPr/>
      </dsp:nvSpPr>
      <dsp:spPr>
        <a:xfrm>
          <a:off x="1996157" y="614402"/>
          <a:ext cx="1422548" cy="8535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Tokanizaton</a:t>
          </a:r>
        </a:p>
      </dsp:txBody>
      <dsp:txXfrm>
        <a:off x="2021156" y="639401"/>
        <a:ext cx="1372550" cy="803531"/>
      </dsp:txXfrm>
    </dsp:sp>
    <dsp:sp modelId="{E0B1E632-4B71-4B95-8E2B-A47ECEAFC0ED}">
      <dsp:nvSpPr>
        <dsp:cNvPr id="0" name=""/>
        <dsp:cNvSpPr/>
      </dsp:nvSpPr>
      <dsp:spPr>
        <a:xfrm>
          <a:off x="3560960" y="864771"/>
          <a:ext cx="301580" cy="35279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400" kern="1200"/>
        </a:p>
      </dsp:txBody>
      <dsp:txXfrm>
        <a:off x="3560960" y="935329"/>
        <a:ext cx="211106" cy="211676"/>
      </dsp:txXfrm>
    </dsp:sp>
    <dsp:sp modelId="{941605D3-3298-484B-845D-8454ECC7E0D9}">
      <dsp:nvSpPr>
        <dsp:cNvPr id="0" name=""/>
        <dsp:cNvSpPr/>
      </dsp:nvSpPr>
      <dsp:spPr>
        <a:xfrm>
          <a:off x="3987725" y="614402"/>
          <a:ext cx="1422548" cy="8535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>
              <a:solidFill>
                <a:schemeClr val="tx1"/>
              </a:solidFill>
            </a:rPr>
            <a:t>Word Probabilities</a:t>
          </a:r>
        </a:p>
      </dsp:txBody>
      <dsp:txXfrm>
        <a:off x="4012724" y="639401"/>
        <a:ext cx="1372550" cy="803531"/>
      </dsp:txXfrm>
    </dsp:sp>
    <dsp:sp modelId="{781F1B88-F37C-4FA0-BD30-600AB6AF4E87}">
      <dsp:nvSpPr>
        <dsp:cNvPr id="0" name=""/>
        <dsp:cNvSpPr/>
      </dsp:nvSpPr>
      <dsp:spPr>
        <a:xfrm>
          <a:off x="5552529" y="864771"/>
          <a:ext cx="301580" cy="35279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400" kern="1200"/>
        </a:p>
      </dsp:txBody>
      <dsp:txXfrm>
        <a:off x="5552529" y="935329"/>
        <a:ext cx="211106" cy="211676"/>
      </dsp:txXfrm>
    </dsp:sp>
    <dsp:sp modelId="{907953E2-39FE-405E-B9CD-D4B03070EF15}">
      <dsp:nvSpPr>
        <dsp:cNvPr id="0" name=""/>
        <dsp:cNvSpPr/>
      </dsp:nvSpPr>
      <dsp:spPr>
        <a:xfrm>
          <a:off x="5979293" y="614402"/>
          <a:ext cx="1422548" cy="8535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Naïve Bayes</a:t>
          </a:r>
        </a:p>
      </dsp:txBody>
      <dsp:txXfrm>
        <a:off x="6004292" y="639401"/>
        <a:ext cx="1372550" cy="803531"/>
      </dsp:txXfrm>
    </dsp:sp>
    <dsp:sp modelId="{5FFB7E10-ACF2-4AAF-882D-4757160794C0}">
      <dsp:nvSpPr>
        <dsp:cNvPr id="0" name=""/>
        <dsp:cNvSpPr/>
      </dsp:nvSpPr>
      <dsp:spPr>
        <a:xfrm rot="24082">
          <a:off x="7540270" y="871751"/>
          <a:ext cx="293481" cy="35279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400" kern="1200"/>
        </a:p>
      </dsp:txBody>
      <dsp:txXfrm>
        <a:off x="7540271" y="942001"/>
        <a:ext cx="205437" cy="211676"/>
      </dsp:txXfrm>
    </dsp:sp>
    <dsp:sp modelId="{79F04897-C8A1-4AA5-8115-5B44C32A5BD8}">
      <dsp:nvSpPr>
        <dsp:cNvPr id="0" name=""/>
        <dsp:cNvSpPr/>
      </dsp:nvSpPr>
      <dsp:spPr>
        <a:xfrm>
          <a:off x="7955567" y="628247"/>
          <a:ext cx="1422548" cy="8535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>
              <a:solidFill>
                <a:schemeClr val="tx1"/>
              </a:solidFill>
            </a:rPr>
            <a:t>Predicted Intent </a:t>
          </a:r>
        </a:p>
      </dsp:txBody>
      <dsp:txXfrm>
        <a:off x="7980566" y="653246"/>
        <a:ext cx="1372550" cy="80353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27C3E1-BCF9-9743-853F-0A5F5ED5645D}" type="datetimeFigureOut">
              <a:rPr lang="en-US" smtClean="0"/>
              <a:t>12/1/25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0B333B-F284-264C-9D77-DAD93C06E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056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869E3-0E67-6D24-9C99-B5744141C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1F9F00-7590-8538-26FA-01CB81FED2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2298B7-395F-9323-3D57-70785ACEDC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F1F98D-5837-B5D5-4CA1-CB7FD5DE5B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0B333B-F284-264C-9D77-DAD93C06E1D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572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8AD14-A06D-40BF-971D-A267793E14DC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9063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2F466-6B86-514C-8768-60D16C7524B2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86311-1498-BA4C-9688-7F0EB9830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429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2F466-6B86-514C-8768-60D16C7524B2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86311-1498-BA4C-9688-7F0EB9830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784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2F466-6B86-514C-8768-60D16C7524B2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86311-1498-BA4C-9688-7F0EB9830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375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2F466-6B86-514C-8768-60D16C7524B2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86311-1498-BA4C-9688-7F0EB9830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081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2F466-6B86-514C-8768-60D16C7524B2}" type="datetimeFigureOut">
              <a:rPr lang="en-US" smtClean="0"/>
              <a:t>12/1/25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86311-1498-BA4C-9688-7F0EB9830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75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2F466-6B86-514C-8768-60D16C7524B2}" type="datetimeFigureOut">
              <a:rPr lang="en-US" smtClean="0"/>
              <a:t>12/1/25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86311-1498-BA4C-9688-7F0EB9830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253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2F466-6B86-514C-8768-60D16C7524B2}" type="datetimeFigureOut">
              <a:rPr lang="en-US" smtClean="0"/>
              <a:t>12/1/25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86311-1498-BA4C-9688-7F0EB9830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64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2F466-6B86-514C-8768-60D16C7524B2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86311-1498-BA4C-9688-7F0EB9830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176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2F466-6B86-514C-8768-60D16C7524B2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86311-1498-BA4C-9688-7F0EB9830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951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2F466-6B86-514C-8768-60D16C7524B2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86311-1498-BA4C-9688-7F0EB9830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744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2F466-6B86-514C-8768-60D16C7524B2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86311-1498-BA4C-9688-7F0EB9830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8351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 sz="15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150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4192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538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02F466-6B86-514C-8768-60D16C7524B2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586311-1498-BA4C-9688-7F0EB9830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695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2" r:id="rId3"/>
    <p:sldLayoutId id="2147483793" r:id="rId4"/>
    <p:sldLayoutId id="2147483794" r:id="rId5"/>
    <p:sldLayoutId id="2147483795" r:id="rId6"/>
    <p:sldLayoutId id="2147483796" r:id="rId7"/>
    <p:sldLayoutId id="2147483797" r:id="rId8"/>
    <p:sldLayoutId id="2147483798" r:id="rId9"/>
    <p:sldLayoutId id="2147483799" r:id="rId10"/>
    <p:sldLayoutId id="2147483800" r:id="rId11"/>
    <p:sldLayoutId id="2147483801" r:id="rId12"/>
    <p:sldLayoutId id="214748380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BD4E2CE-5DE8-1F43-D527-F69C0ABAF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278" y="1233241"/>
            <a:ext cx="3240506" cy="406462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COMP-1827 Introduction to Artificial Intelligence</a:t>
            </a:r>
          </a:p>
        </p:txBody>
      </p:sp>
      <p:sp>
        <p:nvSpPr>
          <p:cNvPr id="67" name="Freeform: Shape 35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8" name="Freeform: Shape 37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9" name="Freeform: Shape 39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850A57-A7F8-692D-C15D-4A8D9B3CA9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20880"/>
            <a:ext cx="5257799" cy="4889350"/>
          </a:xfrm>
        </p:spPr>
        <p:txBody>
          <a:bodyPr anchor="t">
            <a:normAutofit/>
          </a:bodyPr>
          <a:lstStyle/>
          <a:p>
            <a:pPr marL="0" indent="0" algn="ctr">
              <a:buNone/>
            </a:pPr>
            <a:r>
              <a:rPr lang="en-GB" sz="2000" b="1" dirty="0"/>
              <a:t>Implementing a Rule Based FAQ Chat box for University Student Support</a:t>
            </a:r>
          </a:p>
          <a:p>
            <a:pPr marL="0" indent="0">
              <a:buNone/>
            </a:pPr>
            <a:r>
              <a:rPr lang="en-GB" sz="1500" b="1" dirty="0"/>
              <a:t>Group Members:</a:t>
            </a:r>
          </a:p>
          <a:p>
            <a:pPr marL="0" indent="0">
              <a:buNone/>
            </a:pPr>
            <a:r>
              <a:rPr lang="en-GB" sz="1500" dirty="0"/>
              <a:t>Liladhar Patwardhan</a:t>
            </a:r>
          </a:p>
          <a:p>
            <a:pPr marL="0" indent="0">
              <a:buNone/>
            </a:pPr>
            <a:r>
              <a:rPr lang="en-GB" sz="1500" dirty="0"/>
              <a:t>Vansh </a:t>
            </a:r>
            <a:r>
              <a:rPr lang="en-GB" sz="1500" dirty="0" err="1"/>
              <a:t>Devlani</a:t>
            </a:r>
            <a:endParaRPr lang="en-GB" sz="1500" dirty="0"/>
          </a:p>
          <a:p>
            <a:pPr marL="0" indent="0">
              <a:buNone/>
            </a:pPr>
            <a:r>
              <a:rPr lang="en-GB" sz="1500" dirty="0"/>
              <a:t>Kirtan </a:t>
            </a:r>
            <a:r>
              <a:rPr lang="en-GB" sz="1500" dirty="0" err="1"/>
              <a:t>Karkar</a:t>
            </a:r>
            <a:endParaRPr lang="en-GB" sz="1500" dirty="0"/>
          </a:p>
          <a:p>
            <a:pPr marL="0" indent="0">
              <a:buNone/>
            </a:pPr>
            <a:r>
              <a:rPr lang="en-GB" sz="1500" dirty="0" err="1"/>
              <a:t>Isuru</a:t>
            </a:r>
            <a:r>
              <a:rPr lang="en-GB" sz="1500" dirty="0"/>
              <a:t> </a:t>
            </a:r>
            <a:r>
              <a:rPr lang="en-GB" sz="1500" dirty="0" err="1"/>
              <a:t>Madhurajapathilage</a:t>
            </a:r>
            <a:endParaRPr lang="en-GB" sz="1500" dirty="0"/>
          </a:p>
          <a:p>
            <a:pPr marL="0" indent="0">
              <a:buNone/>
            </a:pPr>
            <a:r>
              <a:rPr lang="en-GB" sz="1500" b="1" dirty="0"/>
              <a:t>Algorithm Used:</a:t>
            </a:r>
          </a:p>
          <a:p>
            <a:pPr fontAlgn="base"/>
            <a:r>
              <a:rPr lang="en-GB" sz="1500" dirty="0"/>
              <a:t>Rule-Based Pattern Matching (Keyword/if-else system)</a:t>
            </a:r>
          </a:p>
          <a:p>
            <a:pPr fontAlgn="base"/>
            <a:r>
              <a:rPr lang="en-GB" sz="1500" dirty="0"/>
              <a:t>Naive Bayes Classifier (for intent recognition and response selection)</a:t>
            </a:r>
          </a:p>
          <a:p>
            <a:pPr fontAlgn="base"/>
            <a:r>
              <a:rPr lang="en-GB" sz="1500" dirty="0"/>
              <a:t>TF-IDF with Cosine Similarity (information retrieval approach)</a:t>
            </a:r>
          </a:p>
          <a:p>
            <a:pPr fontAlgn="base"/>
            <a:r>
              <a:rPr lang="en-GB" sz="1500" dirty="0"/>
              <a:t>Simple Neural Network Model (demonstrating deep learning concepts)</a:t>
            </a:r>
          </a:p>
          <a:p>
            <a:pPr marL="0" indent="0">
              <a:buNone/>
            </a:pPr>
            <a:endParaRPr lang="en-GB" sz="1500" dirty="0"/>
          </a:p>
        </p:txBody>
      </p:sp>
      <p:sp>
        <p:nvSpPr>
          <p:cNvPr id="70" name="Freeform: Shape 41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1" name="Freeform: Shape 43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2" name="Freeform: Shape 45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3256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406B9-9752-C804-6714-31A9FF1D3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1BBBC-022C-29EA-B49D-5CE5382C1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Rule-Based Pattern Matching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86A73D-7C3D-E8F3-FB7F-D2CA54AE58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2191279"/>
            <a:ext cx="5181600" cy="3169708"/>
          </a:xfrm>
        </p:spPr>
        <p:txBody>
          <a:bodyPr>
            <a:normAutofit/>
          </a:bodyPr>
          <a:lstStyle/>
          <a:p>
            <a:r>
              <a:rPr lang="en-GB" sz="2000" b="1" dirty="0"/>
              <a:t>Our Solution: Rule-Based Pattern Matching</a:t>
            </a:r>
            <a:endParaRPr lang="en-GB" sz="2000" dirty="0"/>
          </a:p>
          <a:p>
            <a:r>
              <a:rPr lang="en-GB" sz="2000" b="1" dirty="0"/>
              <a:t>Keyword matching</a:t>
            </a:r>
            <a:r>
              <a:rPr lang="en-GB" sz="2000" dirty="0"/>
              <a:t> with confidence scoring</a:t>
            </a:r>
          </a:p>
          <a:p>
            <a:r>
              <a:rPr lang="en-GB" sz="2000" b="1" dirty="0"/>
              <a:t>Priority system</a:t>
            </a:r>
            <a:r>
              <a:rPr lang="en-GB" sz="2000" dirty="0"/>
              <a:t> for ambiguous cases</a:t>
            </a:r>
          </a:p>
          <a:p>
            <a:r>
              <a:rPr lang="en-GB" sz="2000" b="1" dirty="0" err="1"/>
              <a:t>Tunable</a:t>
            </a:r>
            <a:r>
              <a:rPr lang="en-GB" sz="2000" b="1" dirty="0"/>
              <a:t> parameters</a:t>
            </a:r>
            <a:r>
              <a:rPr lang="en-GB" sz="2000" dirty="0"/>
              <a:t> for optimal performance</a:t>
            </a:r>
          </a:p>
          <a:p>
            <a:r>
              <a:rPr lang="en-GB" sz="2000" b="1" dirty="0"/>
              <a:t>Transparent</a:t>
            </a:r>
            <a:r>
              <a:rPr lang="en-GB" sz="2000" dirty="0"/>
              <a:t> - always explains why it responds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09D3834-89A8-5922-D083-B044504365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1950508"/>
          </a:xfrm>
        </p:spPr>
        <p:txBody>
          <a:bodyPr>
            <a:normAutofit/>
          </a:bodyPr>
          <a:lstStyle/>
          <a:p>
            <a:r>
              <a:rPr lang="en-US" sz="2000" b="1" dirty="0"/>
              <a:t>The Problem</a:t>
            </a:r>
          </a:p>
          <a:p>
            <a:r>
              <a:rPr lang="en-GB" sz="2000" dirty="0"/>
              <a:t>Students ask repetitive questions about deadlines, submissions, marking</a:t>
            </a:r>
          </a:p>
          <a:p>
            <a:r>
              <a:rPr lang="en-GB" sz="2000" dirty="0"/>
              <a:t>Staff time consumed by basic queries</a:t>
            </a:r>
          </a:p>
          <a:p>
            <a:r>
              <a:rPr lang="en-GB" sz="2000" dirty="0"/>
              <a:t>Need for 24/7 instant support</a:t>
            </a:r>
          </a:p>
          <a:p>
            <a:endParaRPr lang="en-US" sz="2000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5B70DBAC-3845-E2E6-4E18-AF68C5513358}"/>
              </a:ext>
            </a:extLst>
          </p:cNvPr>
          <p:cNvSpPr txBox="1">
            <a:spLocks/>
          </p:cNvSpPr>
          <p:nvPr/>
        </p:nvSpPr>
        <p:spPr>
          <a:xfrm>
            <a:off x="838200" y="3776133"/>
            <a:ext cx="5181600" cy="195050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Why It Matters</a:t>
            </a:r>
          </a:p>
          <a:p>
            <a:r>
              <a:rPr lang="en-GB" sz="2200" dirty="0"/>
              <a:t>Fast, reliable answers for common questions</a:t>
            </a:r>
          </a:p>
          <a:p>
            <a:r>
              <a:rPr lang="en-GB" sz="2200" dirty="0"/>
              <a:t>No training data required</a:t>
            </a:r>
          </a:p>
          <a:p>
            <a:r>
              <a:rPr lang="en-GB" sz="2200" dirty="0"/>
              <a:t>Easy to understand and debug</a:t>
            </a:r>
          </a:p>
        </p:txBody>
      </p:sp>
    </p:spTree>
    <p:extLst>
      <p:ext uri="{BB962C8B-B14F-4D97-AF65-F5344CB8AC3E}">
        <p14:creationId xmlns:p14="http://schemas.microsoft.com/office/powerpoint/2010/main" val="2250809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F2D86-4A48-897B-DB5B-BA11C6C1C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8377"/>
            <a:ext cx="10515600" cy="1325563"/>
          </a:xfrm>
        </p:spPr>
        <p:txBody>
          <a:bodyPr>
            <a:normAutofit/>
          </a:bodyPr>
          <a:lstStyle/>
          <a:p>
            <a:r>
              <a:rPr lang="en-GB" dirty="0"/>
              <a:t>Rule-Based Pattern Matching</a:t>
            </a:r>
            <a:endParaRPr lang="en-US" dirty="0"/>
          </a:p>
        </p:txBody>
      </p:sp>
      <p:graphicFrame>
        <p:nvGraphicFramePr>
          <p:cNvPr id="20" name="Content Placeholder 4">
            <a:extLst>
              <a:ext uri="{FF2B5EF4-FFF2-40B4-BE49-F238E27FC236}">
                <a16:creationId xmlns:a16="http://schemas.microsoft.com/office/drawing/2014/main" id="{29100B2D-8F94-7EFC-B5A4-0CE80590ADCA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838201" y="2012396"/>
          <a:ext cx="5097780" cy="37957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50C811-1261-BDA0-94ED-40D8B9777D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6020" y="2177456"/>
            <a:ext cx="5097780" cy="37957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300" b="1"/>
              <a:t>Code Snippet Example:</a:t>
            </a:r>
          </a:p>
          <a:p>
            <a:pPr marL="0" indent="0">
              <a:buNone/>
            </a:pPr>
            <a:endParaRPr lang="en-GB" sz="1300" b="1"/>
          </a:p>
          <a:p>
            <a:pPr marL="0" indent="0">
              <a:buNone/>
            </a:pPr>
            <a:r>
              <a:rPr lang="en-US" sz="1300" b="1"/>
              <a:t>"deadlines": {</a:t>
            </a:r>
          </a:p>
          <a:p>
            <a:pPr marL="0" indent="0">
              <a:buNone/>
            </a:pPr>
            <a:r>
              <a:rPr lang="en-US" sz="1300" b="1"/>
              <a:t>    "keywords": ["deadline", </a:t>
            </a:r>
          </a:p>
          <a:p>
            <a:pPr marL="0" indent="0">
              <a:buNone/>
            </a:pPr>
            <a:r>
              <a:rPr lang="en-US" sz="1300" b="1"/>
              <a:t>                 "due date", </a:t>
            </a:r>
          </a:p>
          <a:p>
            <a:pPr marL="0" indent="0">
              <a:buNone/>
            </a:pPr>
            <a:r>
              <a:rPr lang="en-US" sz="1300" b="1"/>
              <a:t>                 "when due"],</a:t>
            </a:r>
          </a:p>
          <a:p>
            <a:pPr marL="0" indent="0">
              <a:buNone/>
            </a:pPr>
            <a:r>
              <a:rPr lang="en-US" sz="1300" b="1"/>
              <a:t>    "response": "The presentation...",</a:t>
            </a:r>
          </a:p>
          <a:p>
            <a:pPr marL="0" indent="0">
              <a:buNone/>
            </a:pPr>
            <a:r>
              <a:rPr lang="en-US" sz="1300" b="1"/>
              <a:t>    "priority": 3</a:t>
            </a:r>
          </a:p>
          <a:p>
            <a:pPr marL="0" indent="0">
              <a:buNone/>
            </a:pPr>
            <a:r>
              <a:rPr lang="en-US" sz="1300" b="1"/>
              <a:t>}</a:t>
            </a:r>
          </a:p>
          <a:p>
            <a:pPr marL="0" indent="0">
              <a:buNone/>
            </a:pPr>
            <a:endParaRPr lang="en-US" sz="1300" b="1"/>
          </a:p>
          <a:p>
            <a:pPr marL="0" indent="0">
              <a:buNone/>
            </a:pPr>
            <a:r>
              <a:rPr lang="en-US" sz="1300"/>
              <a:t>User Input – Preprocessing – Scoring – Best Match – Response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403697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6FDE9-EB50-046C-5D2C-1F310ABF3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 Based Results &amp; Analysis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15420956-067B-84BA-8FE3-4A86C66DBA37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472412770"/>
              </p:ext>
            </p:extLst>
          </p:nvPr>
        </p:nvGraphicFramePr>
        <p:xfrm>
          <a:off x="838200" y="2147094"/>
          <a:ext cx="5181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7200">
                  <a:extLst>
                    <a:ext uri="{9D8B030D-6E8A-4147-A177-3AD203B41FA5}">
                      <a16:colId xmlns:a16="http://schemas.microsoft.com/office/drawing/2014/main" val="1944933007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950512321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41518032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Threshold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Correct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Accuracy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1779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14/15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93.3%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6897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13/15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86.7%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3860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6/15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978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2/15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1554486"/>
                  </a:ext>
                </a:extLst>
              </a:tr>
            </a:tbl>
          </a:graphicData>
        </a:graphic>
      </p:graphicFrame>
      <p:graphicFrame>
        <p:nvGraphicFramePr>
          <p:cNvPr id="16" name="Content Placeholder 3">
            <a:extLst>
              <a:ext uri="{FF2B5EF4-FFF2-40B4-BE49-F238E27FC236}">
                <a16:creationId xmlns:a16="http://schemas.microsoft.com/office/drawing/2014/main" id="{079473A6-3321-56D7-8022-62CC209B6719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D37C7163-98FF-BB50-C27E-CEBCCAA93137}"/>
              </a:ext>
            </a:extLst>
          </p:cNvPr>
          <p:cNvSpPr txBox="1"/>
          <p:nvPr/>
        </p:nvSpPr>
        <p:spPr>
          <a:xfrm>
            <a:off x="838200" y="3999706"/>
            <a:ext cx="4837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Selected Threshold: 0.3 Final Accuracy: 86.7%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9B8DEA-237C-7822-1AE0-6396B9277A64}"/>
              </a:ext>
            </a:extLst>
          </p:cNvPr>
          <p:cNvSpPr txBox="1"/>
          <p:nvPr/>
        </p:nvSpPr>
        <p:spPr>
          <a:xfrm>
            <a:off x="770467" y="1777762"/>
            <a:ext cx="6099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Results Table:</a:t>
            </a:r>
          </a:p>
        </p:txBody>
      </p:sp>
    </p:spTree>
    <p:extLst>
      <p:ext uri="{BB962C8B-B14F-4D97-AF65-F5344CB8AC3E}">
        <p14:creationId xmlns:p14="http://schemas.microsoft.com/office/powerpoint/2010/main" val="691844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0696" y="259854"/>
            <a:ext cx="48100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Neural Network for University FAQ Chatbot</a:t>
            </a:r>
            <a:endParaRPr lang="en-US" sz="1833" dirty="0"/>
          </a:p>
        </p:txBody>
      </p:sp>
      <p:sp>
        <p:nvSpPr>
          <p:cNvPr id="3" name="Text 1"/>
          <p:cNvSpPr/>
          <p:nvPr/>
        </p:nvSpPr>
        <p:spPr>
          <a:xfrm>
            <a:off x="330696" y="592932"/>
            <a:ext cx="653405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33"/>
              </a:lnSpc>
            </a:pPr>
            <a:r>
              <a:rPr lang="en-US" sz="1458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Understanding and Responding to Student Queries with 98% Accuracy</a:t>
            </a:r>
            <a:endParaRPr lang="en-US" sz="1458" dirty="0"/>
          </a:p>
        </p:txBody>
      </p:sp>
      <p:sp>
        <p:nvSpPr>
          <p:cNvPr id="4" name="Text 2"/>
          <p:cNvSpPr/>
          <p:nvPr/>
        </p:nvSpPr>
        <p:spPr>
          <a:xfrm>
            <a:off x="330696" y="970856"/>
            <a:ext cx="11530608" cy="302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67"/>
              </a:lnSpc>
            </a:pPr>
            <a:r>
              <a:rPr lang="en-US" sz="70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project details the development and implementation of a Neural Network model designed to address the common challenge of understanding and accurately responding to diverse student inquiries within a university setting. We aim to overcome the limitations of traditional rule-based systems by leveraging advanced deep learning techniques.</a:t>
            </a:r>
            <a:endParaRPr lang="en-US" sz="708" dirty="0"/>
          </a:p>
        </p:txBody>
      </p:sp>
      <p:sp>
        <p:nvSpPr>
          <p:cNvPr id="5" name="Shape 3"/>
          <p:cNvSpPr/>
          <p:nvPr/>
        </p:nvSpPr>
        <p:spPr>
          <a:xfrm>
            <a:off x="330696" y="1426779"/>
            <a:ext cx="11530608" cy="1815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  <p:txBody>
          <a:bodyPr/>
          <a:lstStyle/>
          <a:p>
            <a:endParaRPr lang="en-US" sz="1500"/>
          </a:p>
        </p:txBody>
      </p:sp>
      <p:sp>
        <p:nvSpPr>
          <p:cNvPr id="6" name="Shape 4"/>
          <p:cNvSpPr/>
          <p:nvPr/>
        </p:nvSpPr>
        <p:spPr>
          <a:xfrm>
            <a:off x="330696" y="1551186"/>
            <a:ext cx="5718076" cy="872232"/>
          </a:xfrm>
          <a:prstGeom prst="roundRect">
            <a:avLst>
              <a:gd name="adj" fmla="val 6989"/>
            </a:avLst>
          </a:prstGeom>
          <a:solidFill>
            <a:srgbClr val="FFFFFF"/>
          </a:solidFill>
          <a:ln w="1524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 sz="1500"/>
          </a:p>
        </p:txBody>
      </p:sp>
      <p:sp>
        <p:nvSpPr>
          <p:cNvPr id="7" name="Shape 5"/>
          <p:cNvSpPr/>
          <p:nvPr/>
        </p:nvSpPr>
        <p:spPr>
          <a:xfrm>
            <a:off x="317996" y="1551186"/>
            <a:ext cx="50800" cy="872232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475953" y="1658343"/>
            <a:ext cx="1181298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25"/>
              </a:lnSpc>
            </a:pPr>
            <a:r>
              <a:rPr lang="en-US" sz="917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 Statement</a:t>
            </a:r>
            <a:endParaRPr lang="en-US" sz="917" dirty="0"/>
          </a:p>
        </p:txBody>
      </p:sp>
      <p:sp>
        <p:nvSpPr>
          <p:cNvPr id="9" name="Text 7"/>
          <p:cNvSpPr/>
          <p:nvPr/>
        </p:nvSpPr>
        <p:spPr>
          <a:xfrm>
            <a:off x="475953" y="1862634"/>
            <a:ext cx="54656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67"/>
              </a:lnSpc>
            </a:pPr>
            <a:r>
              <a:rPr lang="en-US" sz="70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Students frequently phrase questions in different ways, posing a significant challenge for conventional rule-based systems. These systems often struggle with natural language variation, leading to inaccurate or unhelpful responses. An intelligent intent classification system is therefore crucial.</a:t>
            </a:r>
            <a:endParaRPr lang="en-US" sz="708" dirty="0"/>
          </a:p>
        </p:txBody>
      </p:sp>
      <p:sp>
        <p:nvSpPr>
          <p:cNvPr id="10" name="Shape 8"/>
          <p:cNvSpPr/>
          <p:nvPr/>
        </p:nvSpPr>
        <p:spPr>
          <a:xfrm>
            <a:off x="6143229" y="1551186"/>
            <a:ext cx="5718076" cy="872232"/>
          </a:xfrm>
          <a:prstGeom prst="roundRect">
            <a:avLst>
              <a:gd name="adj" fmla="val 6989"/>
            </a:avLst>
          </a:prstGeom>
          <a:solidFill>
            <a:srgbClr val="FFFFFF"/>
          </a:solidFill>
          <a:ln w="1524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 sz="1500"/>
          </a:p>
        </p:txBody>
      </p:sp>
      <p:sp>
        <p:nvSpPr>
          <p:cNvPr id="11" name="Shape 9"/>
          <p:cNvSpPr/>
          <p:nvPr/>
        </p:nvSpPr>
        <p:spPr>
          <a:xfrm>
            <a:off x="6130528" y="1551186"/>
            <a:ext cx="50800" cy="872232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 sz="1500"/>
          </a:p>
        </p:txBody>
      </p:sp>
      <p:sp>
        <p:nvSpPr>
          <p:cNvPr id="12" name="Text 10"/>
          <p:cNvSpPr/>
          <p:nvPr/>
        </p:nvSpPr>
        <p:spPr>
          <a:xfrm>
            <a:off x="6288484" y="1658343"/>
            <a:ext cx="1181298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25"/>
              </a:lnSpc>
            </a:pPr>
            <a:r>
              <a:rPr lang="en-US" sz="917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Solution</a:t>
            </a:r>
            <a:endParaRPr lang="en-US" sz="917" dirty="0"/>
          </a:p>
        </p:txBody>
      </p:sp>
      <p:sp>
        <p:nvSpPr>
          <p:cNvPr id="13" name="Text 11"/>
          <p:cNvSpPr/>
          <p:nvPr/>
        </p:nvSpPr>
        <p:spPr>
          <a:xfrm>
            <a:off x="6288484" y="1862634"/>
            <a:ext cx="54656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67"/>
              </a:lnSpc>
            </a:pPr>
            <a:r>
              <a:rPr lang="en-US" sz="70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proposed solution is a neural network model, enhanced with embedding techniques, capable of discerning the underlying intent behind student queries. This approach allows for a more nuanced understanding of language and improved accuracy in response generation. 8 Intent categories covered and there are 64 training examples</a:t>
            </a:r>
            <a:endParaRPr lang="en-US" sz="708" dirty="0"/>
          </a:p>
        </p:txBody>
      </p:sp>
      <p:sp>
        <p:nvSpPr>
          <p:cNvPr id="14" name="Shape 12"/>
          <p:cNvSpPr/>
          <p:nvPr/>
        </p:nvSpPr>
        <p:spPr>
          <a:xfrm>
            <a:off x="330696" y="2576923"/>
            <a:ext cx="11530608" cy="1815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  <p:txBody>
          <a:bodyPr/>
          <a:lstStyle/>
          <a:p>
            <a:endParaRPr lang="en-US" sz="1500"/>
          </a:p>
        </p:txBody>
      </p:sp>
      <p:sp>
        <p:nvSpPr>
          <p:cNvPr id="15" name="Text 13"/>
          <p:cNvSpPr/>
          <p:nvPr/>
        </p:nvSpPr>
        <p:spPr>
          <a:xfrm>
            <a:off x="330696" y="2736751"/>
            <a:ext cx="3780532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75"/>
              </a:lnSpc>
            </a:pPr>
            <a:r>
              <a:rPr lang="en-US" sz="1083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Model Architecture: A Glimpse into the Chatbot's Brain</a:t>
            </a:r>
            <a:endParaRPr lang="en-US" sz="1083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696" y="3161903"/>
            <a:ext cx="6826052" cy="3124002"/>
          </a:xfrm>
          <a:prstGeom prst="rect">
            <a:avLst/>
          </a:prstGeom>
        </p:spPr>
      </p:pic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48413" y="3941883"/>
            <a:ext cx="438876" cy="43887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557402" y="5544053"/>
            <a:ext cx="1281516" cy="246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375"/>
              </a:lnSpc>
            </a:pPr>
            <a:r>
              <a:rPr lang="en-US" sz="1125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Softmax</a:t>
            </a:r>
            <a:endParaRPr lang="en-US" sz="1125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41716" y="3942706"/>
            <a:ext cx="438876" cy="43887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942340" y="5420618"/>
            <a:ext cx="1281517" cy="493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375"/>
              </a:lnSpc>
            </a:pPr>
            <a:r>
              <a:rPr lang="en-US" sz="1125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Dense Layers</a:t>
            </a:r>
            <a:endParaRPr lang="en-US" sz="1125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35432" y="3942706"/>
            <a:ext cx="438876" cy="43887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336055" y="5420618"/>
            <a:ext cx="1281517" cy="493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375"/>
              </a:lnSpc>
            </a:pPr>
            <a:r>
              <a:rPr lang="en-US" sz="1125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Global Pooling</a:t>
            </a:r>
            <a:endParaRPr lang="en-US" sz="1125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20370" y="3942706"/>
            <a:ext cx="438876" cy="43887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94661" y="5544053"/>
            <a:ext cx="1281517" cy="246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375"/>
              </a:lnSpc>
            </a:pPr>
            <a:r>
              <a:rPr lang="en-US" sz="1125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Embedding</a:t>
            </a:r>
            <a:endParaRPr lang="en-US" sz="1125" dirty="0"/>
          </a:p>
        </p:txBody>
      </p:sp>
      <p:sp>
        <p:nvSpPr>
          <p:cNvPr id="25" name="Text 18"/>
          <p:cNvSpPr/>
          <p:nvPr/>
        </p:nvSpPr>
        <p:spPr>
          <a:xfrm>
            <a:off x="7393682" y="3140671"/>
            <a:ext cx="4473873" cy="151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67"/>
              </a:lnSpc>
            </a:pPr>
            <a:r>
              <a:rPr lang="en-US" sz="70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model's architecture is meticulously crafted to process and classify student queries effectively:</a:t>
            </a:r>
            <a:endParaRPr lang="en-US" sz="708" dirty="0"/>
          </a:p>
        </p:txBody>
      </p:sp>
      <p:sp>
        <p:nvSpPr>
          <p:cNvPr id="26" name="Text 19"/>
          <p:cNvSpPr/>
          <p:nvPr/>
        </p:nvSpPr>
        <p:spPr>
          <a:xfrm>
            <a:off x="7393682" y="3376911"/>
            <a:ext cx="4473873" cy="151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1167"/>
              </a:lnSpc>
              <a:buSzPct val="100000"/>
              <a:buChar char="•"/>
            </a:pPr>
            <a:r>
              <a:rPr lang="en-US" sz="708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Embedding Layer:</a:t>
            </a:r>
            <a:r>
              <a:rPr lang="en-US" sz="70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Converts words into 16-dimensional vectors.</a:t>
            </a:r>
            <a:endParaRPr lang="en-US" sz="708" dirty="0"/>
          </a:p>
        </p:txBody>
      </p:sp>
      <p:sp>
        <p:nvSpPr>
          <p:cNvPr id="27" name="Text 20"/>
          <p:cNvSpPr/>
          <p:nvPr/>
        </p:nvSpPr>
        <p:spPr>
          <a:xfrm>
            <a:off x="7393682" y="3561160"/>
            <a:ext cx="4473873" cy="151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1167"/>
              </a:lnSpc>
              <a:buSzPct val="100000"/>
              <a:buChar char="•"/>
            </a:pPr>
            <a:r>
              <a:rPr lang="en-US" sz="708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Pooling:</a:t>
            </a:r>
            <a:r>
              <a:rPr lang="en-US" sz="70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Aggregates embeddings into a single sentence vector.</a:t>
            </a:r>
            <a:endParaRPr lang="en-US" sz="708" dirty="0"/>
          </a:p>
        </p:txBody>
      </p:sp>
      <p:sp>
        <p:nvSpPr>
          <p:cNvPr id="28" name="Text 21"/>
          <p:cNvSpPr/>
          <p:nvPr/>
        </p:nvSpPr>
        <p:spPr>
          <a:xfrm>
            <a:off x="7393682" y="3745409"/>
            <a:ext cx="4473873" cy="151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1167"/>
              </a:lnSpc>
              <a:buSzPct val="100000"/>
              <a:buChar char="•"/>
            </a:pPr>
            <a:r>
              <a:rPr lang="en-US" sz="708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Dense Layers:</a:t>
            </a:r>
            <a:r>
              <a:rPr lang="en-US" sz="70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Two fully connected layers (32 then 16 units) for complex pattern recognition.</a:t>
            </a:r>
            <a:endParaRPr lang="en-US" sz="708" dirty="0"/>
          </a:p>
        </p:txBody>
      </p:sp>
      <p:sp>
        <p:nvSpPr>
          <p:cNvPr id="29" name="Text 22"/>
          <p:cNvSpPr/>
          <p:nvPr/>
        </p:nvSpPr>
        <p:spPr>
          <a:xfrm>
            <a:off x="7393682" y="3929658"/>
            <a:ext cx="4473873" cy="151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1167"/>
              </a:lnSpc>
              <a:buSzPct val="100000"/>
              <a:buChar char="•"/>
            </a:pPr>
            <a:r>
              <a:rPr lang="en-US" sz="708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Softmax:</a:t>
            </a:r>
            <a:r>
              <a:rPr lang="en-US" sz="70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Outputs probabilities across 8 predefined intent categories.</a:t>
            </a:r>
            <a:endParaRPr lang="en-US" sz="708" dirty="0"/>
          </a:p>
        </p:txBody>
      </p:sp>
      <p:sp>
        <p:nvSpPr>
          <p:cNvPr id="30" name="Shape 23"/>
          <p:cNvSpPr/>
          <p:nvPr/>
        </p:nvSpPr>
        <p:spPr>
          <a:xfrm>
            <a:off x="330696" y="6545673"/>
            <a:ext cx="11530608" cy="1815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  <p:txBody>
          <a:bodyPr/>
          <a:lstStyle/>
          <a:p>
            <a:endParaRPr lang="en-US" sz="1500"/>
          </a:p>
        </p:txBody>
      </p:sp>
      <p:sp>
        <p:nvSpPr>
          <p:cNvPr id="31" name="Shape 24"/>
          <p:cNvSpPr/>
          <p:nvPr/>
        </p:nvSpPr>
        <p:spPr>
          <a:xfrm>
            <a:off x="330696" y="6670080"/>
            <a:ext cx="11530608" cy="557113"/>
          </a:xfrm>
          <a:prstGeom prst="roundRect">
            <a:avLst>
              <a:gd name="adj" fmla="val 4071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 sz="1500"/>
          </a:p>
        </p:txBody>
      </p:sp>
      <p:sp>
        <p:nvSpPr>
          <p:cNvPr id="32" name="Text 25"/>
          <p:cNvSpPr/>
          <p:nvPr/>
        </p:nvSpPr>
        <p:spPr>
          <a:xfrm>
            <a:off x="431503" y="6770886"/>
            <a:ext cx="1181298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25"/>
              </a:lnSpc>
            </a:pPr>
            <a:r>
              <a:rPr lang="en-US" sz="917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Intent Categories</a:t>
            </a:r>
            <a:endParaRPr lang="en-US" sz="917" dirty="0"/>
          </a:p>
        </p:txBody>
      </p:sp>
      <p:sp>
        <p:nvSpPr>
          <p:cNvPr id="33" name="Text 26"/>
          <p:cNvSpPr/>
          <p:nvPr/>
        </p:nvSpPr>
        <p:spPr>
          <a:xfrm>
            <a:off x="431503" y="6975178"/>
            <a:ext cx="11328995" cy="151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67"/>
              </a:lnSpc>
            </a:pPr>
            <a:r>
              <a:rPr lang="en-US" sz="70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chatbot covers eight critical student inquiry categories: Deadlines, Lectures, Submissions, Exams, Grades, Contact, Schedule, and Library. This comprehensive scope ensures most common questions are addressed.</a:t>
            </a:r>
            <a:endParaRPr lang="en-US" sz="708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0696" y="291307"/>
            <a:ext cx="789414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Results &amp; Conclusion: Paving the Way for Intelligent Student Support</a:t>
            </a:r>
            <a:endParaRPr lang="en-US" sz="1833" dirty="0"/>
          </a:p>
        </p:txBody>
      </p:sp>
      <p:sp>
        <p:nvSpPr>
          <p:cNvPr id="3" name="Shape 1"/>
          <p:cNvSpPr/>
          <p:nvPr/>
        </p:nvSpPr>
        <p:spPr>
          <a:xfrm>
            <a:off x="330696" y="775594"/>
            <a:ext cx="11530608" cy="586681"/>
          </a:xfrm>
          <a:prstGeom prst="roundRect">
            <a:avLst>
              <a:gd name="adj" fmla="val 6766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 sz="1500"/>
          </a:p>
        </p:txBody>
      </p:sp>
      <p:sp>
        <p:nvSpPr>
          <p:cNvPr id="4" name="Text 2"/>
          <p:cNvSpPr/>
          <p:nvPr/>
        </p:nvSpPr>
        <p:spPr>
          <a:xfrm>
            <a:off x="431503" y="876399"/>
            <a:ext cx="190748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75"/>
              </a:lnSpc>
            </a:pPr>
            <a:r>
              <a:rPr lang="en-US" sz="1083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Training Accuracy: 98.44%</a:t>
            </a:r>
            <a:endParaRPr lang="en-US" sz="1083" dirty="0"/>
          </a:p>
        </p:txBody>
      </p:sp>
      <p:sp>
        <p:nvSpPr>
          <p:cNvPr id="5" name="Text 3"/>
          <p:cNvSpPr/>
          <p:nvPr/>
        </p:nvSpPr>
        <p:spPr>
          <a:xfrm>
            <a:off x="431503" y="1110258"/>
            <a:ext cx="11328995" cy="151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67"/>
              </a:lnSpc>
            </a:pPr>
            <a:r>
              <a:rPr lang="en-US" sz="70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model achieved an impressive 98.44% accuracy during training, showcasing its robust ability to classify student intent. This was achieved over 50 epochs, using the Adam optimizer, with a batch size of 2.</a:t>
            </a:r>
            <a:endParaRPr lang="en-US" sz="708" dirty="0"/>
          </a:p>
        </p:txBody>
      </p:sp>
      <p:sp>
        <p:nvSpPr>
          <p:cNvPr id="6" name="Shape 4"/>
          <p:cNvSpPr/>
          <p:nvPr/>
        </p:nvSpPr>
        <p:spPr>
          <a:xfrm>
            <a:off x="330696" y="1515778"/>
            <a:ext cx="11530608" cy="1815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  <p:txBody>
          <a:bodyPr/>
          <a:lstStyle/>
          <a:p>
            <a:endParaRPr lang="en-US" sz="1500"/>
          </a:p>
        </p:txBody>
      </p:sp>
      <p:sp>
        <p:nvSpPr>
          <p:cNvPr id="7" name="Text 5"/>
          <p:cNvSpPr/>
          <p:nvPr/>
        </p:nvSpPr>
        <p:spPr>
          <a:xfrm>
            <a:off x="330696" y="1734642"/>
            <a:ext cx="310376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75"/>
              </a:lnSpc>
            </a:pPr>
            <a:r>
              <a:rPr lang="en-US" sz="1083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Advantages of the Neural Network Approach</a:t>
            </a:r>
            <a:endParaRPr lang="en-US" sz="1083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118" y="2022823"/>
            <a:ext cx="141684" cy="1416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37778" y="2018110"/>
            <a:ext cx="5342930" cy="151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67"/>
              </a:lnSpc>
            </a:pPr>
            <a:r>
              <a:rPr lang="en-US" sz="708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Learns complex patterns automatically:</a:t>
            </a:r>
            <a:r>
              <a:rPr lang="en-US" sz="70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Adapts to intricate language structures without explicit programming.</a:t>
            </a:r>
            <a:endParaRPr lang="en-US" sz="708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118" y="2500065"/>
            <a:ext cx="141684" cy="1416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7778" y="2495352"/>
            <a:ext cx="5342930" cy="151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67"/>
              </a:lnSpc>
            </a:pPr>
            <a:r>
              <a:rPr lang="en-US" sz="708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Handles language variation well:</a:t>
            </a:r>
            <a:r>
              <a:rPr lang="en-US" sz="70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Robustly interprets diverse phrasing and expressions.</a:t>
            </a:r>
            <a:endParaRPr lang="en-US" sz="708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118" y="2977307"/>
            <a:ext cx="141684" cy="1416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37778" y="2972595"/>
            <a:ext cx="5342930" cy="151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67"/>
              </a:lnSpc>
            </a:pPr>
            <a:r>
              <a:rPr lang="en-US" sz="708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Understands synonyms &amp; context:</a:t>
            </a:r>
            <a:r>
              <a:rPr lang="en-US" sz="70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Recognises semantic relationships between words.</a:t>
            </a:r>
            <a:endParaRPr lang="en-US" sz="708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118" y="3454550"/>
            <a:ext cx="141684" cy="14168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37778" y="3449836"/>
            <a:ext cx="5342930" cy="151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67"/>
              </a:lnSpc>
            </a:pPr>
            <a:r>
              <a:rPr lang="en-US" sz="708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Higher accuracy than rule-based systems:</a:t>
            </a:r>
            <a:r>
              <a:rPr lang="en-US" sz="70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Outperforms traditional methods in intent classification.</a:t>
            </a:r>
            <a:endParaRPr lang="en-US" sz="708" dirty="0"/>
          </a:p>
        </p:txBody>
      </p:sp>
      <p:sp>
        <p:nvSpPr>
          <p:cNvPr id="16" name="Text 10"/>
          <p:cNvSpPr/>
          <p:nvPr/>
        </p:nvSpPr>
        <p:spPr>
          <a:xfrm>
            <a:off x="6217642" y="1734642"/>
            <a:ext cx="1599407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75"/>
              </a:lnSpc>
            </a:pPr>
            <a:r>
              <a:rPr lang="en-US" sz="1083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Limitations to Consider</a:t>
            </a:r>
            <a:endParaRPr lang="en-US" sz="1083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3064" y="2022823"/>
            <a:ext cx="141684" cy="14168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524724" y="2018110"/>
            <a:ext cx="5342930" cy="151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67"/>
              </a:lnSpc>
            </a:pPr>
            <a:r>
              <a:rPr lang="en-US" sz="708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Requires more training data:</a:t>
            </a:r>
            <a:r>
              <a:rPr lang="en-US" sz="70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Performance scales with the quantity and quality of data.</a:t>
            </a:r>
            <a:endParaRPr lang="en-US" sz="708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3064" y="2500065"/>
            <a:ext cx="141684" cy="141684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524724" y="2495352"/>
            <a:ext cx="5342930" cy="151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67"/>
              </a:lnSpc>
            </a:pPr>
            <a:r>
              <a:rPr lang="en-US" sz="708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Higher computational power:</a:t>
            </a:r>
            <a:r>
              <a:rPr lang="en-US" sz="70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Training and inference demand substantial processing capabilities.</a:t>
            </a:r>
            <a:endParaRPr lang="en-US" sz="708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3064" y="2977307"/>
            <a:ext cx="141684" cy="141684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524724" y="2972595"/>
            <a:ext cx="5342930" cy="151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67"/>
              </a:lnSpc>
            </a:pPr>
            <a:r>
              <a:rPr lang="en-US" sz="708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Difficult to interpret decisions:</a:t>
            </a:r>
            <a:r>
              <a:rPr lang="en-US" sz="70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'black-box' nature can obscure the reasoning behind classifications.</a:t>
            </a:r>
            <a:endParaRPr lang="en-US" sz="708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3064" y="3454550"/>
            <a:ext cx="141684" cy="141684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6524724" y="3449836"/>
            <a:ext cx="5342930" cy="151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67"/>
              </a:lnSpc>
            </a:pPr>
            <a:r>
              <a:rPr lang="en-US" sz="708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Black-box nature:</a:t>
            </a:r>
            <a:r>
              <a:rPr lang="en-US" sz="70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Understanding the internal decision-making process can be challenging.</a:t>
            </a:r>
            <a:endParaRPr lang="en-US" sz="708" dirty="0"/>
          </a:p>
        </p:txBody>
      </p:sp>
      <p:sp>
        <p:nvSpPr>
          <p:cNvPr id="25" name="Text 15"/>
          <p:cNvSpPr/>
          <p:nvPr/>
        </p:nvSpPr>
        <p:spPr>
          <a:xfrm>
            <a:off x="330696" y="3986014"/>
            <a:ext cx="1531144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75"/>
              </a:lnSpc>
            </a:pPr>
            <a:r>
              <a:rPr lang="en-US" sz="1083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Findings &amp; Impact</a:t>
            </a:r>
            <a:endParaRPr lang="en-US" sz="1083" dirty="0"/>
          </a:p>
        </p:txBody>
      </p:sp>
      <p:sp>
        <p:nvSpPr>
          <p:cNvPr id="26" name="Shape 16"/>
          <p:cNvSpPr/>
          <p:nvPr/>
        </p:nvSpPr>
        <p:spPr>
          <a:xfrm>
            <a:off x="330696" y="4304904"/>
            <a:ext cx="11530608" cy="1109861"/>
          </a:xfrm>
          <a:prstGeom prst="roundRect">
            <a:avLst>
              <a:gd name="adj" fmla="val 357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 sz="1500"/>
          </a:p>
        </p:txBody>
      </p:sp>
      <p:sp>
        <p:nvSpPr>
          <p:cNvPr id="27" name="Shape 17"/>
          <p:cNvSpPr/>
          <p:nvPr/>
        </p:nvSpPr>
        <p:spPr>
          <a:xfrm>
            <a:off x="337046" y="4311254"/>
            <a:ext cx="5758954" cy="1097161"/>
          </a:xfrm>
          <a:prstGeom prst="roundRect">
            <a:avLst>
              <a:gd name="adj" fmla="val 3618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US" sz="1500"/>
          </a:p>
        </p:txBody>
      </p:sp>
      <p:sp>
        <p:nvSpPr>
          <p:cNvPr id="28" name="Text 18"/>
          <p:cNvSpPr/>
          <p:nvPr/>
        </p:nvSpPr>
        <p:spPr>
          <a:xfrm>
            <a:off x="431503" y="4405709"/>
            <a:ext cx="1181298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25"/>
              </a:lnSpc>
            </a:pPr>
            <a:r>
              <a:rPr lang="en-US" sz="917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Model Performance</a:t>
            </a:r>
            <a:endParaRPr lang="en-US" sz="917" dirty="0"/>
          </a:p>
        </p:txBody>
      </p:sp>
      <p:sp>
        <p:nvSpPr>
          <p:cNvPr id="29" name="Text 19"/>
          <p:cNvSpPr/>
          <p:nvPr/>
        </p:nvSpPr>
        <p:spPr>
          <a:xfrm>
            <a:off x="431503" y="4610001"/>
            <a:ext cx="5428258" cy="151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1167"/>
              </a:lnSpc>
              <a:buSzPct val="100000"/>
              <a:buChar char="•"/>
            </a:pPr>
            <a:r>
              <a:rPr lang="en-US" sz="70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Trained on 64 examples.</a:t>
            </a:r>
            <a:endParaRPr lang="en-US" sz="708" dirty="0"/>
          </a:p>
        </p:txBody>
      </p:sp>
      <p:sp>
        <p:nvSpPr>
          <p:cNvPr id="30" name="Text 20"/>
          <p:cNvSpPr/>
          <p:nvPr/>
        </p:nvSpPr>
        <p:spPr>
          <a:xfrm>
            <a:off x="431503" y="4794251"/>
            <a:ext cx="5428258" cy="151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1167"/>
              </a:lnSpc>
              <a:buSzPct val="100000"/>
              <a:buChar char="•"/>
            </a:pPr>
            <a:r>
              <a:rPr lang="en-US" sz="70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 epochs with Adam optimizer.</a:t>
            </a:r>
            <a:endParaRPr lang="en-US" sz="708" dirty="0"/>
          </a:p>
        </p:txBody>
      </p:sp>
      <p:sp>
        <p:nvSpPr>
          <p:cNvPr id="31" name="Text 21"/>
          <p:cNvSpPr/>
          <p:nvPr/>
        </p:nvSpPr>
        <p:spPr>
          <a:xfrm>
            <a:off x="431503" y="4978500"/>
            <a:ext cx="5428258" cy="151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1167"/>
              </a:lnSpc>
              <a:buSzPct val="100000"/>
              <a:buChar char="•"/>
            </a:pPr>
            <a:r>
              <a:rPr lang="en-US" sz="70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Batch size: 2.</a:t>
            </a:r>
            <a:endParaRPr lang="en-US" sz="708" dirty="0"/>
          </a:p>
        </p:txBody>
      </p:sp>
      <p:sp>
        <p:nvSpPr>
          <p:cNvPr id="32" name="Text 22"/>
          <p:cNvSpPr/>
          <p:nvPr/>
        </p:nvSpPr>
        <p:spPr>
          <a:xfrm>
            <a:off x="431503" y="5162749"/>
            <a:ext cx="5428258" cy="151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1167"/>
              </a:lnSpc>
              <a:buSzPct val="100000"/>
              <a:buChar char="•"/>
            </a:pPr>
            <a:r>
              <a:rPr lang="en-US" sz="70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Provides confidence scores for predictions.</a:t>
            </a:r>
            <a:endParaRPr lang="en-US" sz="708" dirty="0"/>
          </a:p>
        </p:txBody>
      </p:sp>
      <p:sp>
        <p:nvSpPr>
          <p:cNvPr id="33" name="Shape 23"/>
          <p:cNvSpPr/>
          <p:nvPr/>
        </p:nvSpPr>
        <p:spPr>
          <a:xfrm>
            <a:off x="6096001" y="4311254"/>
            <a:ext cx="5758954" cy="1097161"/>
          </a:xfrm>
          <a:prstGeom prst="rect">
            <a:avLst/>
          </a:prstGeom>
          <a:solidFill>
            <a:srgbClr val="DADBF1"/>
          </a:solidFill>
          <a:ln/>
        </p:spPr>
        <p:txBody>
          <a:bodyPr/>
          <a:lstStyle/>
          <a:p>
            <a:endParaRPr lang="en-US" sz="1500"/>
          </a:p>
        </p:txBody>
      </p:sp>
      <p:sp>
        <p:nvSpPr>
          <p:cNvPr id="34" name="Shape 24"/>
          <p:cNvSpPr/>
          <p:nvPr/>
        </p:nvSpPr>
        <p:spPr>
          <a:xfrm>
            <a:off x="6096000" y="4311254"/>
            <a:ext cx="12700" cy="1097161"/>
          </a:xfrm>
          <a:prstGeom prst="roundRect">
            <a:avLst>
              <a:gd name="adj" fmla="val 312558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en-US" sz="1500"/>
          </a:p>
        </p:txBody>
      </p:sp>
      <p:sp>
        <p:nvSpPr>
          <p:cNvPr id="35" name="Text 25"/>
          <p:cNvSpPr/>
          <p:nvPr/>
        </p:nvSpPr>
        <p:spPr>
          <a:xfrm>
            <a:off x="6332240" y="4405709"/>
            <a:ext cx="1335286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25"/>
              </a:lnSpc>
            </a:pPr>
            <a:r>
              <a:rPr lang="en-US" sz="917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Real-World Application</a:t>
            </a:r>
            <a:endParaRPr lang="en-US" sz="917" dirty="0"/>
          </a:p>
        </p:txBody>
      </p:sp>
      <p:sp>
        <p:nvSpPr>
          <p:cNvPr id="36" name="Text 26"/>
          <p:cNvSpPr/>
          <p:nvPr/>
        </p:nvSpPr>
        <p:spPr>
          <a:xfrm>
            <a:off x="6332240" y="4610001"/>
            <a:ext cx="5428258" cy="151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1167"/>
              </a:lnSpc>
              <a:buSzPct val="100000"/>
              <a:buChar char="•"/>
            </a:pPr>
            <a:r>
              <a:rPr lang="en-US" sz="70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Handles natural language variation seamlessly.</a:t>
            </a:r>
            <a:endParaRPr lang="en-US" sz="708" dirty="0"/>
          </a:p>
        </p:txBody>
      </p:sp>
      <p:sp>
        <p:nvSpPr>
          <p:cNvPr id="37" name="Text 27"/>
          <p:cNvSpPr/>
          <p:nvPr/>
        </p:nvSpPr>
        <p:spPr>
          <a:xfrm>
            <a:off x="6332240" y="4794251"/>
            <a:ext cx="5428258" cy="151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1167"/>
              </a:lnSpc>
              <a:buSzPct val="100000"/>
              <a:buChar char="•"/>
            </a:pPr>
            <a:r>
              <a:rPr lang="en-US" sz="70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Understands synonyms and context for accurate responses.</a:t>
            </a:r>
            <a:endParaRPr lang="en-US" sz="708" dirty="0"/>
          </a:p>
        </p:txBody>
      </p:sp>
      <p:sp>
        <p:nvSpPr>
          <p:cNvPr id="38" name="Text 28"/>
          <p:cNvSpPr/>
          <p:nvPr/>
        </p:nvSpPr>
        <p:spPr>
          <a:xfrm>
            <a:off x="6332240" y="4978500"/>
            <a:ext cx="5428258" cy="151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1167"/>
              </a:lnSpc>
              <a:buSzPct val="100000"/>
              <a:buChar char="•"/>
            </a:pPr>
            <a:r>
              <a:rPr lang="en-US" sz="70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Offers 24/7 automated student support.</a:t>
            </a:r>
            <a:endParaRPr lang="en-US" sz="708" dirty="0"/>
          </a:p>
        </p:txBody>
      </p:sp>
      <p:sp>
        <p:nvSpPr>
          <p:cNvPr id="39" name="Text 29"/>
          <p:cNvSpPr/>
          <p:nvPr/>
        </p:nvSpPr>
        <p:spPr>
          <a:xfrm>
            <a:off x="6332240" y="5162749"/>
            <a:ext cx="5428258" cy="151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1167"/>
              </a:lnSpc>
              <a:buSzPct val="100000"/>
              <a:buChar char="•"/>
            </a:pPr>
            <a:r>
              <a:rPr lang="en-US" sz="70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Significantly reduces staff workload by automating routine queries.</a:t>
            </a:r>
            <a:endParaRPr lang="en-US" sz="708" dirty="0"/>
          </a:p>
        </p:txBody>
      </p:sp>
      <p:sp>
        <p:nvSpPr>
          <p:cNvPr id="40" name="Shape 30"/>
          <p:cNvSpPr/>
          <p:nvPr/>
        </p:nvSpPr>
        <p:spPr>
          <a:xfrm>
            <a:off x="5977930" y="4741713"/>
            <a:ext cx="236240" cy="236240"/>
          </a:xfrm>
          <a:prstGeom prst="roundRect">
            <a:avLst>
              <a:gd name="adj" fmla="val 16803"/>
            </a:avLst>
          </a:prstGeom>
          <a:solidFill>
            <a:srgbClr val="FFFFFF"/>
          </a:solidFill>
          <a:ln w="1524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 sz="1500"/>
          </a:p>
        </p:txBody>
      </p:sp>
      <p:pic>
        <p:nvPicPr>
          <p:cNvPr id="41" name="Image 8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36965" y="4800749"/>
            <a:ext cx="118070" cy="118070"/>
          </a:xfrm>
          <a:prstGeom prst="rect">
            <a:avLst/>
          </a:prstGeom>
        </p:spPr>
      </p:pic>
      <p:sp>
        <p:nvSpPr>
          <p:cNvPr id="42" name="Shape 31"/>
          <p:cNvSpPr/>
          <p:nvPr/>
        </p:nvSpPr>
        <p:spPr>
          <a:xfrm>
            <a:off x="330696" y="5568269"/>
            <a:ext cx="11530608" cy="1815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  <p:txBody>
          <a:bodyPr/>
          <a:lstStyle/>
          <a:p>
            <a:endParaRPr lang="en-US" sz="1500"/>
          </a:p>
        </p:txBody>
      </p:sp>
      <p:sp>
        <p:nvSpPr>
          <p:cNvPr id="43" name="Text 32"/>
          <p:cNvSpPr/>
          <p:nvPr/>
        </p:nvSpPr>
        <p:spPr>
          <a:xfrm>
            <a:off x="330696" y="5728097"/>
            <a:ext cx="1417638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75"/>
              </a:lnSpc>
            </a:pPr>
            <a:r>
              <a:rPr lang="en-US" sz="1083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Future Work</a:t>
            </a:r>
            <a:endParaRPr lang="en-US" sz="1083" dirty="0"/>
          </a:p>
        </p:txBody>
      </p:sp>
      <p:sp>
        <p:nvSpPr>
          <p:cNvPr id="44" name="Text 33"/>
          <p:cNvSpPr/>
          <p:nvPr/>
        </p:nvSpPr>
        <p:spPr>
          <a:xfrm>
            <a:off x="330696" y="6046986"/>
            <a:ext cx="11530608" cy="151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1167"/>
              </a:lnSpc>
              <a:buSzPct val="100000"/>
              <a:buChar char="•"/>
            </a:pPr>
            <a:r>
              <a:rPr lang="en-US" sz="70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 training dataset to enhance robustness and coverage.</a:t>
            </a:r>
            <a:endParaRPr lang="en-US" sz="708" dirty="0"/>
          </a:p>
        </p:txBody>
      </p:sp>
      <p:sp>
        <p:nvSpPr>
          <p:cNvPr id="45" name="Text 34"/>
          <p:cNvSpPr/>
          <p:nvPr/>
        </p:nvSpPr>
        <p:spPr>
          <a:xfrm>
            <a:off x="330696" y="6231236"/>
            <a:ext cx="11530608" cy="151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1167"/>
              </a:lnSpc>
              <a:buSzPct val="100000"/>
              <a:buChar char="•"/>
            </a:pPr>
            <a:r>
              <a:rPr lang="en-US" sz="70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 transfer learning techniques for improved efficiency and performance.</a:t>
            </a:r>
            <a:endParaRPr lang="en-US" sz="708" dirty="0"/>
          </a:p>
        </p:txBody>
      </p:sp>
      <p:sp>
        <p:nvSpPr>
          <p:cNvPr id="46" name="Text 35"/>
          <p:cNvSpPr/>
          <p:nvPr/>
        </p:nvSpPr>
        <p:spPr>
          <a:xfrm>
            <a:off x="330696" y="6415485"/>
            <a:ext cx="11530608" cy="151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1167"/>
              </a:lnSpc>
              <a:buSzPct val="100000"/>
              <a:buChar char="•"/>
            </a:pPr>
            <a:r>
              <a:rPr lang="en-US" sz="70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hybrid systems combining neural network intent detection with rule-based answer retrieval to leverage the strengths of both approaches.</a:t>
            </a:r>
            <a:endParaRPr lang="en-US" sz="708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Rule-Based FAQ Chatbot</a:t>
            </a:r>
          </a:p>
          <a:p>
            <a:pPr algn="r"/>
            <a:r>
              <a:rPr lang="en-GB" sz="4000">
                <a:solidFill>
                  <a:srgbClr val="FFFFFF"/>
                </a:solidFill>
              </a:rPr>
              <a:t>Using TF-IDF &amp; Cosine Similarity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GB" sz="2000"/>
              <a:t>• Problem</a:t>
            </a:r>
          </a:p>
          <a:p>
            <a:r>
              <a:rPr lang="en-GB" sz="2000"/>
              <a:t>  - Students repeatedly ask the same questions (passwords, timetable, Moodle).</a:t>
            </a:r>
          </a:p>
          <a:p>
            <a:r>
              <a:rPr lang="en-GB" sz="2000"/>
              <a:t>  - Helpdesks get overloaded during peak weeks.</a:t>
            </a:r>
          </a:p>
          <a:p>
            <a:endParaRPr lang="en-GB" sz="2000"/>
          </a:p>
          <a:p>
            <a:r>
              <a:rPr lang="en-GB" sz="2000"/>
              <a:t>• Goal</a:t>
            </a:r>
          </a:p>
          <a:p>
            <a:r>
              <a:rPr lang="en-GB" sz="2000"/>
              <a:t>  - Build a simple, explainable chatbot to answer FAQs instantly.</a:t>
            </a:r>
          </a:p>
          <a:p>
            <a:endParaRPr lang="en-GB" sz="2000"/>
          </a:p>
          <a:p>
            <a:r>
              <a:rPr lang="en-GB" sz="2000"/>
              <a:t>• Approach</a:t>
            </a:r>
          </a:p>
          <a:p>
            <a:r>
              <a:rPr lang="en-GB" sz="2000"/>
              <a:t>  - TF-IDF converts text into weighted vectors.</a:t>
            </a:r>
          </a:p>
          <a:p>
            <a:r>
              <a:rPr lang="en-GB" sz="2000"/>
              <a:t>  - Cosine similarity finds the closest matching FAQ.</a:t>
            </a:r>
          </a:p>
          <a:p>
            <a:r>
              <a:rPr lang="en-GB" sz="2000"/>
              <a:t>  - Returns pre-written accurate answers.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3700">
                <a:solidFill>
                  <a:srgbClr val="FFFFFF"/>
                </a:solidFill>
              </a:rPr>
              <a:t>Pipeline, Implementation &amp;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GB" sz="1600"/>
              <a:t>• Pipeline</a:t>
            </a:r>
          </a:p>
          <a:p>
            <a:r>
              <a:rPr lang="en-GB" sz="1600"/>
              <a:t>  - Vectorise FAQ questions using TF-IDF.</a:t>
            </a:r>
          </a:p>
          <a:p>
            <a:r>
              <a:rPr lang="en-GB" sz="1600"/>
              <a:t>  - Convert user query → TF-IDF vector.</a:t>
            </a:r>
          </a:p>
          <a:p>
            <a:r>
              <a:rPr lang="en-GB" sz="1600"/>
              <a:t>  - Compare vectors using cosine similarity.</a:t>
            </a:r>
          </a:p>
          <a:p>
            <a:endParaRPr lang="en-GB" sz="1600"/>
          </a:p>
          <a:p>
            <a:r>
              <a:rPr lang="en-GB" sz="1600"/>
              <a:t>• Code Summary</a:t>
            </a:r>
          </a:p>
          <a:p>
            <a:r>
              <a:rPr lang="en-GB" sz="1600"/>
              <a:t>  - Uses sklearn TfidfVectorizer &amp; cosine_similarity.</a:t>
            </a:r>
          </a:p>
          <a:p>
            <a:r>
              <a:rPr lang="en-GB" sz="1600"/>
              <a:t>  - Threshold prevents incorrect matches.</a:t>
            </a:r>
          </a:p>
          <a:p>
            <a:endParaRPr lang="en-GB" sz="1600"/>
          </a:p>
          <a:p>
            <a:r>
              <a:rPr lang="en-GB" sz="1600"/>
              <a:t>• Results</a:t>
            </a:r>
          </a:p>
          <a:p>
            <a:r>
              <a:rPr lang="en-GB" sz="1600"/>
              <a:t>  - Handles paraphrased queries well.</a:t>
            </a:r>
          </a:p>
          <a:p>
            <a:r>
              <a:rPr lang="en-GB" sz="1600"/>
              <a:t>  - Fallback for out‑of‑scope questions.</a:t>
            </a:r>
          </a:p>
          <a:p>
            <a:endParaRPr lang="en-GB" sz="1600"/>
          </a:p>
          <a:p>
            <a:r>
              <a:rPr lang="en-GB" sz="1600"/>
              <a:t>• Future Work</a:t>
            </a:r>
          </a:p>
          <a:p>
            <a:r>
              <a:rPr lang="en-GB" sz="1600"/>
              <a:t>  - Add spell-checking &amp; synonyms.</a:t>
            </a:r>
          </a:p>
          <a:p>
            <a:r>
              <a:rPr lang="en-GB" sz="1600"/>
              <a:t>  - Explore semantic embeddings.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Rectangle 127">
            <a:extLst>
              <a:ext uri="{FF2B5EF4-FFF2-40B4-BE49-F238E27FC236}">
                <a16:creationId xmlns:a16="http://schemas.microsoft.com/office/drawing/2014/main" id="{FD4AD0ED-45F1-4AB2-8C18-7DED238A0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B7430622-9855-482E-98A8-1FAECC9090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715C76D5-716D-420A-ABDC-55BF6D9ED2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79875022-E2DB-4A9E-8832-E7009F0E40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DBFBDCA6-4D2C-451E-8205-8C334DCEEE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E395B2B7-3263-461B-8800-669EBE8842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A727DC78-6D51-415D-878D-516F840FB6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8405FB7A-34E4-454E-80C1-3AF31F6003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C56EC0F8-CE39-4C95-B52D-033DBF561C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76EC618-F0F1-4C3A-1774-C7A240D975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43326" y="609600"/>
            <a:ext cx="8229600" cy="2819399"/>
          </a:xfrm>
          <a:noFill/>
        </p:spPr>
        <p:txBody>
          <a:bodyPr anchor="b">
            <a:normAutofit/>
          </a:bodyPr>
          <a:lstStyle/>
          <a:p>
            <a:r>
              <a:rPr lang="en-GB" sz="4800" b="1">
                <a:solidFill>
                  <a:schemeClr val="bg1"/>
                </a:solidFill>
                <a:latin typeface="Bahnschrift Light Condensed" panose="020B0502040204020203" pitchFamily="34" charset="0"/>
                <a:ea typeface="ADLaM Display" panose="020F0502020204030204" pitchFamily="2" charset="0"/>
                <a:cs typeface="Angsana New" panose="02020603050405020304" pitchFamily="18" charset="-34"/>
              </a:rPr>
              <a:t>HOW NAIVE BAYES WORKS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34AB88-D759-B605-975E-EF8BA49BB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43326" y="3522428"/>
            <a:ext cx="8229600" cy="2607079"/>
          </a:xfrm>
          <a:noFill/>
        </p:spPr>
        <p:txBody>
          <a:bodyPr anchor="t">
            <a:normAutofit/>
          </a:bodyPr>
          <a:lstStyle/>
          <a:p>
            <a:r>
              <a:rPr lang="en-GB" b="1">
                <a:solidFill>
                  <a:schemeClr val="bg1"/>
                </a:solidFill>
                <a:latin typeface="AngsanaUPC" panose="020B0502040204020203" pitchFamily="18" charset="-34"/>
                <a:cs typeface="AngsanaUPC" panose="020B0502040204020203" pitchFamily="18" charset="-34"/>
              </a:rPr>
              <a:t>How Naive  Bayes Classifies user question</a:t>
            </a:r>
          </a:p>
          <a:p>
            <a:r>
              <a:rPr lang="en-GB" b="1">
                <a:solidFill>
                  <a:schemeClr val="bg1"/>
                </a:solidFill>
                <a:latin typeface="AngsanaUPC" panose="020B0502040204020203" pitchFamily="18" charset="-34"/>
                <a:cs typeface="AngsanaUPC" panose="020B0502040204020203" pitchFamily="18" charset="-34"/>
              </a:rPr>
              <a:t>University of Greenwich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73162FBC-1EE8-4355-8B2B-CB9A5B4BD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C2940EF9-7ECF-49BA-8F14-5EBC7ADE07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DF9A5AE3-5A1E-4528-BDC2-D32A66EFFD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039C6801-3BB8-4C41-9385-D9CE4F1485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D8EA6929-FF51-4E95-8E16-80E9F371AE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FBE91CBD-B19A-4299-90BD-CC3AB69766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0" name="Rectangle 139">
            <a:extLst>
              <a:ext uri="{FF2B5EF4-FFF2-40B4-BE49-F238E27FC236}">
                <a16:creationId xmlns:a16="http://schemas.microsoft.com/office/drawing/2014/main" id="{26CE109B-4241-4CF1-B587-868774BB44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DD107650-C271-404F-98D8-BB8E7E0306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41F01725-EDBB-493E-A610-EF9ACBABB2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C8E2A80-F420-488D-AE39-E20BC61B19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258A20B2-85E4-4C64-A75F-376DA772A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88BDCE8-2392-4F5E-B6B4-AD19C903B9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991073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40A79703-8961-7985-1AFC-F0601DC5A6C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45663829"/>
              </p:ext>
            </p:extLst>
          </p:nvPr>
        </p:nvGraphicFramePr>
        <p:xfrm>
          <a:off x="1035957" y="-396123"/>
          <a:ext cx="9398000" cy="20823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4" name="Title 13">
            <a:extLst>
              <a:ext uri="{FF2B5EF4-FFF2-40B4-BE49-F238E27FC236}">
                <a16:creationId xmlns:a16="http://schemas.microsoft.com/office/drawing/2014/main" id="{0B5C8721-67BE-BB7D-18B6-3B12FB421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0800000" flipV="1">
            <a:off x="838200" y="1943100"/>
            <a:ext cx="10515600" cy="816429"/>
          </a:xfrm>
        </p:spPr>
        <p:txBody>
          <a:bodyPr/>
          <a:lstStyle/>
          <a:p>
            <a:r>
              <a:rPr lang="en-GB" dirty="0"/>
              <a:t>                            </a:t>
            </a:r>
            <a:endParaRPr lang="en-GB" dirty="0">
              <a:solidFill>
                <a:schemeClr val="accent2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900D2B1-7987-540B-0A05-BFB121C1AA82}"/>
              </a:ext>
            </a:extLst>
          </p:cNvPr>
          <p:cNvSpPr txBox="1"/>
          <p:nvPr/>
        </p:nvSpPr>
        <p:spPr>
          <a:xfrm>
            <a:off x="180299" y="1563443"/>
            <a:ext cx="2852019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67" dirty="0"/>
              <a:t>USER TYPES QUESTION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DEA4454-99AE-DB46-D993-F9A5086F1408}"/>
              </a:ext>
            </a:extLst>
          </p:cNvPr>
          <p:cNvCxnSpPr/>
          <p:nvPr/>
        </p:nvCxnSpPr>
        <p:spPr>
          <a:xfrm>
            <a:off x="2794001" y="1752600"/>
            <a:ext cx="6095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C0CEB3B1-231C-CE51-983F-614BAE353338}"/>
              </a:ext>
            </a:extLst>
          </p:cNvPr>
          <p:cNvSpPr/>
          <p:nvPr/>
        </p:nvSpPr>
        <p:spPr>
          <a:xfrm>
            <a:off x="3492852" y="1474981"/>
            <a:ext cx="2114250" cy="863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67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"What are "What are the tuition fees?”</a:t>
            </a:r>
            <a:endParaRPr lang="en-US" sz="12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7C51EF8-6E17-6C0D-5FCD-C844E9853917}"/>
              </a:ext>
            </a:extLst>
          </p:cNvPr>
          <p:cNvSpPr/>
          <p:nvPr/>
        </p:nvSpPr>
        <p:spPr>
          <a:xfrm>
            <a:off x="6151824" y="1411921"/>
            <a:ext cx="2534977" cy="128368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67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        </a:t>
            </a:r>
          </a:p>
          <a:p>
            <a:pPr marL="304815" indent="-304815">
              <a:buFont typeface="Arial" panose="020B0604020202020204" pitchFamily="34" charset="0"/>
              <a:buChar char="•"/>
            </a:pPr>
            <a:r>
              <a:rPr lang="en-US" sz="1867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Lowercase </a:t>
            </a:r>
          </a:p>
          <a:p>
            <a:pPr marL="304815" indent="-304815">
              <a:buFont typeface="Arial" panose="020B0604020202020204" pitchFamily="34" charset="0"/>
              <a:buChar char="•"/>
            </a:pPr>
            <a:r>
              <a:rPr lang="en-US" sz="1867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 punctuation</a:t>
            </a:r>
          </a:p>
          <a:p>
            <a:pPr marL="304815" indent="-304815">
              <a:buFont typeface="Arial" panose="020B0604020202020204" pitchFamily="34" charset="0"/>
              <a:buChar char="•"/>
            </a:pPr>
            <a:r>
              <a:rPr lang="en-US" sz="1867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Split into words 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5E12C87-4F0F-A4D8-546C-33EAC9740881}"/>
              </a:ext>
            </a:extLst>
          </p:cNvPr>
          <p:cNvSpPr/>
          <p:nvPr/>
        </p:nvSpPr>
        <p:spPr>
          <a:xfrm>
            <a:off x="9048220" y="1546991"/>
            <a:ext cx="2922001" cy="812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67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Words: [what, are, the, tuition, fees] 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4A3F1A7-923F-42DC-53F0-BD5A015FDE08}"/>
              </a:ext>
            </a:extLst>
          </p:cNvPr>
          <p:cNvSpPr/>
          <p:nvPr/>
        </p:nvSpPr>
        <p:spPr>
          <a:xfrm>
            <a:off x="9899685" y="3261552"/>
            <a:ext cx="2032000" cy="1168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67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 Score for</a:t>
            </a:r>
          </a:p>
          <a:p>
            <a:pPr algn="ctr"/>
            <a:r>
              <a:rPr lang="en-US" sz="1867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ADMISSIONS</a:t>
            </a:r>
          </a:p>
          <a:p>
            <a:pPr algn="ctr"/>
            <a:endParaRPr lang="en-US" sz="1867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867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Score: -9.2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C3E208F-0B36-AD45-EB72-D517BA1B5830}"/>
              </a:ext>
            </a:extLst>
          </p:cNvPr>
          <p:cNvSpPr/>
          <p:nvPr/>
        </p:nvSpPr>
        <p:spPr>
          <a:xfrm>
            <a:off x="7670800" y="3261553"/>
            <a:ext cx="2032000" cy="1168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67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867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 Score for</a:t>
            </a:r>
          </a:p>
          <a:p>
            <a:pPr algn="ctr"/>
            <a:r>
              <a:rPr lang="en-US" sz="1867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FEES</a:t>
            </a:r>
          </a:p>
          <a:p>
            <a:pPr algn="ctr"/>
            <a:endParaRPr lang="en-US" sz="1867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867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Score: -2.8</a:t>
            </a:r>
          </a:p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2D6DD27-7D8B-4620-03B8-8DCD4FB95B28}"/>
              </a:ext>
            </a:extLst>
          </p:cNvPr>
          <p:cNvSpPr/>
          <p:nvPr/>
        </p:nvSpPr>
        <p:spPr>
          <a:xfrm>
            <a:off x="5340408" y="3261552"/>
            <a:ext cx="2114250" cy="1168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67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867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 Score for</a:t>
            </a:r>
          </a:p>
          <a:p>
            <a:pPr algn="ctr"/>
            <a:r>
              <a:rPr lang="en-US" sz="1867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COURSES</a:t>
            </a:r>
          </a:p>
          <a:p>
            <a:pPr algn="ctr"/>
            <a:endParaRPr lang="en-US" sz="1867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867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Score: -10.5</a:t>
            </a:r>
          </a:p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BA76D2B-15D5-7145-F2F8-006AB1456886}"/>
              </a:ext>
            </a:extLst>
          </p:cNvPr>
          <p:cNvSpPr/>
          <p:nvPr/>
        </p:nvSpPr>
        <p:spPr>
          <a:xfrm>
            <a:off x="8178517" y="5070185"/>
            <a:ext cx="3202035" cy="116444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67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 ALL SCORES </a:t>
            </a:r>
          </a:p>
          <a:p>
            <a:pPr algn="ctr"/>
            <a:r>
              <a:rPr lang="en-US" sz="1867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Find Maximum Score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E23ED81-D97A-3AC9-DCF6-2529B5F590A3}"/>
              </a:ext>
            </a:extLst>
          </p:cNvPr>
          <p:cNvSpPr/>
          <p:nvPr/>
        </p:nvSpPr>
        <p:spPr>
          <a:xfrm>
            <a:off x="3727822" y="5070185"/>
            <a:ext cx="3202035" cy="116444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67" dirty="0">
                <a:solidFill>
                  <a:schemeClr val="tx1"/>
                </a:solidFill>
              </a:rPr>
              <a:t>PREDICTION: FEES </a:t>
            </a:r>
          </a:p>
          <a:p>
            <a:pPr algn="ctr"/>
            <a:r>
              <a:rPr lang="en-US" sz="1867" dirty="0">
                <a:solidFill>
                  <a:schemeClr val="tx1"/>
                </a:solidFill>
              </a:rPr>
              <a:t>Confidence: 92% </a:t>
            </a:r>
            <a:endParaRPr lang="en-US" sz="1867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9F7930A-1D0C-668E-6BB6-1EB20AB860C0}"/>
              </a:ext>
            </a:extLst>
          </p:cNvPr>
          <p:cNvCxnSpPr/>
          <p:nvPr/>
        </p:nvCxnSpPr>
        <p:spPr>
          <a:xfrm>
            <a:off x="5607102" y="1921482"/>
            <a:ext cx="5447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15B33FC-1BC9-5095-BDD7-2EE254762DB4}"/>
              </a:ext>
            </a:extLst>
          </p:cNvPr>
          <p:cNvCxnSpPr/>
          <p:nvPr/>
        </p:nvCxnSpPr>
        <p:spPr>
          <a:xfrm>
            <a:off x="8686800" y="2053765"/>
            <a:ext cx="3614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B158189-09BA-0F76-52E7-C921BC87C0A5}"/>
              </a:ext>
            </a:extLst>
          </p:cNvPr>
          <p:cNvCxnSpPr>
            <a:cxnSpLocks/>
            <a:stCxn id="34" idx="2"/>
          </p:cNvCxnSpPr>
          <p:nvPr/>
        </p:nvCxnSpPr>
        <p:spPr>
          <a:xfrm>
            <a:off x="10509221" y="2359791"/>
            <a:ext cx="0" cy="46133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8DE4786-099D-8C5F-72AE-750480E9337B}"/>
              </a:ext>
            </a:extLst>
          </p:cNvPr>
          <p:cNvCxnSpPr>
            <a:cxnSpLocks/>
          </p:cNvCxnSpPr>
          <p:nvPr/>
        </p:nvCxnSpPr>
        <p:spPr>
          <a:xfrm flipV="1">
            <a:off x="6705600" y="2809129"/>
            <a:ext cx="4704820" cy="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9945201-73FB-7C77-83E3-53BCA77CCB25}"/>
              </a:ext>
            </a:extLst>
          </p:cNvPr>
          <p:cNvCxnSpPr/>
          <p:nvPr/>
        </p:nvCxnSpPr>
        <p:spPr>
          <a:xfrm>
            <a:off x="11410420" y="2821129"/>
            <a:ext cx="0" cy="4620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24C4B1-C063-D76E-038F-D66B7B78610E}"/>
              </a:ext>
            </a:extLst>
          </p:cNvPr>
          <p:cNvCxnSpPr>
            <a:endCxn id="36" idx="0"/>
          </p:cNvCxnSpPr>
          <p:nvPr/>
        </p:nvCxnSpPr>
        <p:spPr>
          <a:xfrm>
            <a:off x="8686800" y="2815129"/>
            <a:ext cx="0" cy="4464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AAB6E7B-0DD8-6D20-9F5D-446D0299513C}"/>
              </a:ext>
            </a:extLst>
          </p:cNvPr>
          <p:cNvCxnSpPr/>
          <p:nvPr/>
        </p:nvCxnSpPr>
        <p:spPr>
          <a:xfrm>
            <a:off x="6705600" y="2821129"/>
            <a:ext cx="0" cy="4404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7F63A76-0317-2BC4-05C4-82F02D284EE7}"/>
              </a:ext>
            </a:extLst>
          </p:cNvPr>
          <p:cNvCxnSpPr/>
          <p:nvPr/>
        </p:nvCxnSpPr>
        <p:spPr>
          <a:xfrm>
            <a:off x="6120739" y="4699000"/>
            <a:ext cx="51321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9663F53-1730-4707-6850-5A83BB38564E}"/>
              </a:ext>
            </a:extLst>
          </p:cNvPr>
          <p:cNvCxnSpPr/>
          <p:nvPr/>
        </p:nvCxnSpPr>
        <p:spPr>
          <a:xfrm flipV="1">
            <a:off x="6151823" y="4429952"/>
            <a:ext cx="0" cy="2690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22A511C-742B-104E-2BD9-C34E4D37A2FB}"/>
              </a:ext>
            </a:extLst>
          </p:cNvPr>
          <p:cNvCxnSpPr/>
          <p:nvPr/>
        </p:nvCxnSpPr>
        <p:spPr>
          <a:xfrm flipV="1">
            <a:off x="8585200" y="4429952"/>
            <a:ext cx="0" cy="2690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F318C97-7E33-1E4D-5DD4-20E18A1581BB}"/>
              </a:ext>
            </a:extLst>
          </p:cNvPr>
          <p:cNvCxnSpPr/>
          <p:nvPr/>
        </p:nvCxnSpPr>
        <p:spPr>
          <a:xfrm flipV="1">
            <a:off x="11252861" y="4429952"/>
            <a:ext cx="0" cy="2690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5487586-1284-9730-4952-0957909984DB}"/>
              </a:ext>
            </a:extLst>
          </p:cNvPr>
          <p:cNvCxnSpPr/>
          <p:nvPr/>
        </p:nvCxnSpPr>
        <p:spPr>
          <a:xfrm>
            <a:off x="8585200" y="4699000"/>
            <a:ext cx="0" cy="3711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354D8C3C-2931-1C25-EA50-DAD1A3A45AED}"/>
              </a:ext>
            </a:extLst>
          </p:cNvPr>
          <p:cNvCxnSpPr/>
          <p:nvPr/>
        </p:nvCxnSpPr>
        <p:spPr>
          <a:xfrm flipH="1">
            <a:off x="6925239" y="5652407"/>
            <a:ext cx="125327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6E135CB1-5C25-89B2-6960-7571775E58E8}"/>
              </a:ext>
            </a:extLst>
          </p:cNvPr>
          <p:cNvCxnSpPr>
            <a:stCxn id="39" idx="1"/>
          </p:cNvCxnSpPr>
          <p:nvPr/>
        </p:nvCxnSpPr>
        <p:spPr>
          <a:xfrm flipH="1" flipV="1">
            <a:off x="3098799" y="5652408"/>
            <a:ext cx="62902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A974D91A-D2F5-925F-6356-97550E2DEE5D}"/>
              </a:ext>
            </a:extLst>
          </p:cNvPr>
          <p:cNvSpPr/>
          <p:nvPr/>
        </p:nvSpPr>
        <p:spPr>
          <a:xfrm>
            <a:off x="132292" y="4401665"/>
            <a:ext cx="2948035" cy="19140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67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RESPONDS:  "Tuition fees are £9,250 </a:t>
            </a:r>
          </a:p>
          <a:p>
            <a:pPr algn="ctr"/>
            <a:r>
              <a:rPr lang="en-US" sz="1867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UK students..."</a:t>
            </a:r>
          </a:p>
        </p:txBody>
      </p:sp>
    </p:spTree>
    <p:extLst>
      <p:ext uri="{BB962C8B-B14F-4D97-AF65-F5344CB8AC3E}">
        <p14:creationId xmlns:p14="http://schemas.microsoft.com/office/powerpoint/2010/main" val="42396640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DED41-B0F0-C447-F894-2BF70C905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Why Naive Bayes works better than Ruled Based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0375F-A296-610C-82BF-93D2CEC056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506662"/>
            <a:ext cx="5181600" cy="4351338"/>
          </a:xfrm>
        </p:spPr>
        <p:txBody>
          <a:bodyPr/>
          <a:lstStyle/>
          <a:p>
            <a:r>
              <a:rPr lang="en-GB" b="1" dirty="0"/>
              <a:t>Why it Works</a:t>
            </a:r>
            <a:r>
              <a:rPr lang="en-GB" dirty="0"/>
              <a:t>:</a:t>
            </a:r>
          </a:p>
          <a:p>
            <a:pPr marL="0" indent="0">
              <a:buNone/>
            </a:pPr>
            <a:r>
              <a:rPr lang="en-US" dirty="0"/>
              <a:t>✓ Learns from examples </a:t>
            </a:r>
          </a:p>
          <a:p>
            <a:pPr marL="0" indent="0">
              <a:buNone/>
            </a:pPr>
            <a:r>
              <a:rPr lang="en-US" dirty="0"/>
              <a:t>✓ Handles paraphrasing</a:t>
            </a:r>
          </a:p>
          <a:p>
            <a:pPr marL="0" indent="0">
              <a:buNone/>
            </a:pPr>
            <a:r>
              <a:rPr lang="en-US" dirty="0"/>
              <a:t>✓ Gives confidence scores</a:t>
            </a:r>
          </a:p>
          <a:p>
            <a:pPr marL="0" indent="0">
              <a:buNone/>
            </a:pPr>
            <a:r>
              <a:rPr lang="en-US" dirty="0"/>
              <a:t>✓ Adapts to new patterns</a:t>
            </a:r>
          </a:p>
          <a:p>
            <a:pPr marL="0" indent="0">
              <a:buNone/>
            </a:pPr>
            <a:r>
              <a:rPr lang="en-US" dirty="0"/>
              <a:t>✓ Works with small data</a:t>
            </a:r>
            <a:endParaRPr lang="en-GB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2041055-0F2E-C88D-E9DC-F098CBB7E080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019800" y="2489315"/>
          <a:ext cx="5181600" cy="40643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7200">
                  <a:extLst>
                    <a:ext uri="{9D8B030D-6E8A-4147-A177-3AD203B41FA5}">
                      <a16:colId xmlns:a16="http://schemas.microsoft.com/office/drawing/2014/main" val="3242615558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1088766919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114827233"/>
                    </a:ext>
                  </a:extLst>
                </a:gridCol>
              </a:tblGrid>
              <a:tr h="431994">
                <a:tc>
                  <a:txBody>
                    <a:bodyPr/>
                    <a:lstStyle/>
                    <a:p>
                      <a:r>
                        <a:rPr lang="en-GB"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RULED 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NAÏVE BAYES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4113977"/>
                  </a:ext>
                </a:extLst>
              </a:tr>
              <a:tr h="431994">
                <a:tc>
                  <a:txBody>
                    <a:bodyPr/>
                    <a:lstStyle/>
                    <a:p>
                      <a:r>
                        <a:rPr lang="en-GB" dirty="0"/>
                        <a:t>Overall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87.5%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1400443"/>
                  </a:ext>
                </a:extLst>
              </a:tr>
              <a:tr h="431994">
                <a:tc>
                  <a:txBody>
                    <a:bodyPr/>
                    <a:lstStyle/>
                    <a:p>
                      <a:r>
                        <a:rPr lang="en-GB" dirty="0"/>
                        <a:t>Correct Predictions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6/7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7/8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2394624"/>
                  </a:ext>
                </a:extLst>
              </a:tr>
              <a:tr h="431994">
                <a:tc>
                  <a:txBody>
                    <a:bodyPr/>
                    <a:lstStyle/>
                    <a:p>
                      <a:r>
                        <a:rPr lang="en-GB" dirty="0"/>
                        <a:t>Training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 sec(no train)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0.08 sec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278992"/>
                  </a:ext>
                </a:extLst>
              </a:tr>
              <a:tr h="431994">
                <a:tc>
                  <a:txBody>
                    <a:bodyPr/>
                    <a:lstStyle/>
                    <a:p>
                      <a:r>
                        <a:rPr lang="en-GB" dirty="0"/>
                        <a:t>Prediction 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&lt; 1 </a:t>
                      </a:r>
                      <a:r>
                        <a:rPr lang="en-GB" dirty="0" err="1"/>
                        <a:t>ms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&lt;1 </a:t>
                      </a:r>
                      <a:r>
                        <a:rPr lang="en-GB" dirty="0" err="1"/>
                        <a:t>ms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9097250"/>
                  </a:ext>
                </a:extLst>
              </a:tr>
              <a:tr h="431994">
                <a:tc>
                  <a:txBody>
                    <a:bodyPr/>
                    <a:lstStyle/>
                    <a:p>
                      <a:r>
                        <a:rPr lang="en-GB" dirty="0"/>
                        <a:t>Handles Variations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Poor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Good</a:t>
                      </a:r>
                    </a:p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1491367"/>
                  </a:ext>
                </a:extLst>
              </a:tr>
              <a:tr h="431994">
                <a:tc>
                  <a:txBody>
                    <a:bodyPr/>
                    <a:lstStyle/>
                    <a:p>
                      <a:r>
                        <a:rPr lang="en-GB" dirty="0"/>
                        <a:t>Confidence Scores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3177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05526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2C9F13A-0050-D747-B55F-51403AA0A106}">
  <we:reference id="4567b711-9f2d-454d-b0d0-74708a29b461" version="1.0.0.0" store="EXCatalog" storeType="EXCatalog"/>
  <we:alternateReferences>
    <we:reference id="WA200001313" version="1.0.0.0" store="en-GB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2361</TotalTime>
  <Words>1213</Words>
  <Application>Microsoft Macintosh PowerPoint</Application>
  <PresentationFormat>Widescreen</PresentationFormat>
  <Paragraphs>222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AngsanaUPC</vt:lpstr>
      <vt:lpstr>Aptos</vt:lpstr>
      <vt:lpstr>Aptos Display</vt:lpstr>
      <vt:lpstr>Arial</vt:lpstr>
      <vt:lpstr>Bahnschrift Light Condensed</vt:lpstr>
      <vt:lpstr>Inter</vt:lpstr>
      <vt:lpstr>Inter Bold</vt:lpstr>
      <vt:lpstr>Times New Roman</vt:lpstr>
      <vt:lpstr>Office Theme</vt:lpstr>
      <vt:lpstr>COMP-1827 Introduction to Artificial Intelligence</vt:lpstr>
      <vt:lpstr>Rule-Based Pattern Matching</vt:lpstr>
      <vt:lpstr>Rule-Based Pattern Matching</vt:lpstr>
      <vt:lpstr>Rule Based Results &amp; Analysis</vt:lpstr>
      <vt:lpstr>PowerPoint Presentation</vt:lpstr>
      <vt:lpstr>PowerPoint Presentation</vt:lpstr>
      <vt:lpstr>Rule-Based FAQ Chatbot Using TF-IDF &amp; Cosine Similarity</vt:lpstr>
      <vt:lpstr>Pipeline, Implementation &amp; Results</vt:lpstr>
      <vt:lpstr>HOW NAIVE BAYES WORKS</vt:lpstr>
      <vt:lpstr>                            </vt:lpstr>
      <vt:lpstr>Why Naive Bayes works better than Ruled Based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Liladhar Nilesh Patwardhan</dc:creator>
  <cp:lastModifiedBy>Liladhar Nilesh Patwardhan</cp:lastModifiedBy>
  <cp:revision>1</cp:revision>
  <dcterms:created xsi:type="dcterms:W3CDTF">2025-11-24T12:01:52Z</dcterms:created>
  <dcterms:modified xsi:type="dcterms:W3CDTF">2025-12-01T16:15:36Z</dcterms:modified>
</cp:coreProperties>
</file>